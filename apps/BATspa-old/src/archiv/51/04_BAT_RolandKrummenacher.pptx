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23"/>
  </p:notesMasterIdLst>
  <p:sldIdLst>
    <p:sldId id="2147377221" r:id="rId3"/>
    <p:sldId id="2147377245" r:id="rId4"/>
    <p:sldId id="790" r:id="rId5"/>
    <p:sldId id="2147377352" r:id="rId6"/>
    <p:sldId id="2147481605" r:id="rId7"/>
    <p:sldId id="2147481626" r:id="rId8"/>
    <p:sldId id="2147481616" r:id="rId9"/>
    <p:sldId id="2147481633" r:id="rId10"/>
    <p:sldId id="2147481637" r:id="rId11"/>
    <p:sldId id="1028" r:id="rId12"/>
    <p:sldId id="754" r:id="rId13"/>
    <p:sldId id="1004" r:id="rId14"/>
    <p:sldId id="2147481631" r:id="rId15"/>
    <p:sldId id="2147481636" r:id="rId16"/>
    <p:sldId id="2147481629" r:id="rId17"/>
    <p:sldId id="954" r:id="rId18"/>
    <p:sldId id="2147481624" r:id="rId19"/>
    <p:sldId id="2147481627" r:id="rId20"/>
    <p:sldId id="2147481630" r:id="rId21"/>
    <p:sldId id="2147481634" r:id="rId22"/>
  </p:sldIdLst>
  <p:sldSz cx="12192000" cy="6858000"/>
  <p:notesSz cx="6888163" cy="100218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B1EDA-D400-4EBE-9011-9894ECEC43BB}" v="18" dt="2023-11-09T08:32:29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94" autoAdjust="0"/>
  </p:normalViewPr>
  <p:slideViewPr>
    <p:cSldViewPr snapToGrid="0">
      <p:cViewPr varScale="1">
        <p:scale>
          <a:sx n="85" d="100"/>
          <a:sy n="85" d="100"/>
        </p:scale>
        <p:origin x="5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mmenacher Roland, B2B-ITL-PCL-CLA" userId="be4e3383-091e-4aa4-8f6f-18f346791a84" providerId="ADAL" clId="{5B4B1EDA-D400-4EBE-9011-9894ECEC43BB}"/>
    <pc:docChg chg="undo redo custSel addSld delSld modSld sldOrd modNotesMaster">
      <pc:chgData name="Krummenacher Roland, B2B-ITL-PCL-CLA" userId="be4e3383-091e-4aa4-8f6f-18f346791a84" providerId="ADAL" clId="{5B4B1EDA-D400-4EBE-9011-9894ECEC43BB}" dt="2023-11-09T13:32:54.144" v="2145"/>
      <pc:docMkLst>
        <pc:docMk/>
      </pc:docMkLst>
      <pc:sldChg chg="addSp delSp modSp add mod ord">
        <pc:chgData name="Krummenacher Roland, B2B-ITL-PCL-CLA" userId="be4e3383-091e-4aa4-8f6f-18f346791a84" providerId="ADAL" clId="{5B4B1EDA-D400-4EBE-9011-9894ECEC43BB}" dt="2023-11-09T08:28:56.583" v="2084" actId="478"/>
        <pc:sldMkLst>
          <pc:docMk/>
          <pc:sldMk cId="1491333953" sldId="754"/>
        </pc:sldMkLst>
        <pc:spChg chg="del">
          <ac:chgData name="Krummenacher Roland, B2B-ITL-PCL-CLA" userId="be4e3383-091e-4aa4-8f6f-18f346791a84" providerId="ADAL" clId="{5B4B1EDA-D400-4EBE-9011-9894ECEC43BB}" dt="2023-11-09T08:28:56.583" v="2084" actId="478"/>
          <ac:spMkLst>
            <pc:docMk/>
            <pc:sldMk cId="1491333953" sldId="754"/>
            <ac:spMk id="2" creationId="{2092E7DC-0530-449E-A7EF-2C6459B93888}"/>
          </ac:spMkLst>
        </pc:spChg>
        <pc:spChg chg="del">
          <ac:chgData name="Krummenacher Roland, B2B-ITL-PCL-CLA" userId="be4e3383-091e-4aa4-8f6f-18f346791a84" providerId="ADAL" clId="{5B4B1EDA-D400-4EBE-9011-9894ECEC43BB}" dt="2023-11-09T08:23:13.072" v="2019" actId="478"/>
          <ac:spMkLst>
            <pc:docMk/>
            <pc:sldMk cId="1491333953" sldId="754"/>
            <ac:spMk id="13" creationId="{9ABDC592-A899-4CC7-9C80-6B55C28487B4}"/>
          </ac:spMkLst>
        </pc:spChg>
        <pc:spChg chg="del">
          <ac:chgData name="Krummenacher Roland, B2B-ITL-PCL-CLA" userId="be4e3383-091e-4aa4-8f6f-18f346791a84" providerId="ADAL" clId="{5B4B1EDA-D400-4EBE-9011-9894ECEC43BB}" dt="2023-11-09T08:23:13.072" v="2019" actId="478"/>
          <ac:spMkLst>
            <pc:docMk/>
            <pc:sldMk cId="1491333953" sldId="754"/>
            <ac:spMk id="15" creationId="{58341CF4-98A6-4164-842B-40E986E52791}"/>
          </ac:spMkLst>
        </pc:spChg>
        <pc:spChg chg="mod">
          <ac:chgData name="Krummenacher Roland, B2B-ITL-PCL-CLA" userId="be4e3383-091e-4aa4-8f6f-18f346791a84" providerId="ADAL" clId="{5B4B1EDA-D400-4EBE-9011-9894ECEC43BB}" dt="2023-11-09T08:27:35.931" v="2078" actId="1076"/>
          <ac:spMkLst>
            <pc:docMk/>
            <pc:sldMk cId="1491333953" sldId="754"/>
            <ac:spMk id="19" creationId="{6269676E-13C3-4D37-8AD6-FEEE9DC88E75}"/>
          </ac:spMkLst>
        </pc:spChg>
        <pc:spChg chg="mod">
          <ac:chgData name="Krummenacher Roland, B2B-ITL-PCL-CLA" userId="be4e3383-091e-4aa4-8f6f-18f346791a84" providerId="ADAL" clId="{5B4B1EDA-D400-4EBE-9011-9894ECEC43BB}" dt="2023-11-09T08:22:53.214" v="2017" actId="20577"/>
          <ac:spMkLst>
            <pc:docMk/>
            <pc:sldMk cId="1491333953" sldId="754"/>
            <ac:spMk id="20" creationId="{D0140788-8511-42D2-907B-1CEB63D61FD9}"/>
          </ac:spMkLst>
        </pc:spChg>
        <pc:spChg chg="del">
          <ac:chgData name="Krummenacher Roland, B2B-ITL-PCL-CLA" userId="be4e3383-091e-4aa4-8f6f-18f346791a84" providerId="ADAL" clId="{5B4B1EDA-D400-4EBE-9011-9894ECEC43BB}" dt="2023-11-09T08:23:16.911" v="2020" actId="478"/>
          <ac:spMkLst>
            <pc:docMk/>
            <pc:sldMk cId="1491333953" sldId="754"/>
            <ac:spMk id="21" creationId="{487DBF59-B1BC-47AA-AB98-7442C5ED42B3}"/>
          </ac:spMkLst>
        </pc:spChg>
        <pc:spChg chg="del">
          <ac:chgData name="Krummenacher Roland, B2B-ITL-PCL-CLA" userId="be4e3383-091e-4aa4-8f6f-18f346791a84" providerId="ADAL" clId="{5B4B1EDA-D400-4EBE-9011-9894ECEC43BB}" dt="2023-11-09T08:22:58.837" v="2018" actId="478"/>
          <ac:spMkLst>
            <pc:docMk/>
            <pc:sldMk cId="1491333953" sldId="754"/>
            <ac:spMk id="22" creationId="{5233CAAB-9E4D-4B6C-9363-FAD5A4B5628D}"/>
          </ac:spMkLst>
        </pc:spChg>
        <pc:picChg chg="add mod">
          <ac:chgData name="Krummenacher Roland, B2B-ITL-PCL-CLA" userId="be4e3383-091e-4aa4-8f6f-18f346791a84" providerId="ADAL" clId="{5B4B1EDA-D400-4EBE-9011-9894ECEC43BB}" dt="2023-11-09T08:27:27.372" v="2076" actId="1076"/>
          <ac:picMkLst>
            <pc:docMk/>
            <pc:sldMk cId="1491333953" sldId="754"/>
            <ac:picMk id="5" creationId="{378E325D-8A04-B318-9281-6077457BE3EC}"/>
          </ac:picMkLst>
        </pc:picChg>
        <pc:picChg chg="add mod">
          <ac:chgData name="Krummenacher Roland, B2B-ITL-PCL-CLA" userId="be4e3383-091e-4aa4-8f6f-18f346791a84" providerId="ADAL" clId="{5B4B1EDA-D400-4EBE-9011-9894ECEC43BB}" dt="2023-11-09T08:28:20.747" v="2081" actId="1076"/>
          <ac:picMkLst>
            <pc:docMk/>
            <pc:sldMk cId="1491333953" sldId="754"/>
            <ac:picMk id="7" creationId="{67D4B1BE-09B4-794E-C813-995662397F56}"/>
          </ac:picMkLst>
        </pc:picChg>
        <pc:picChg chg="del">
          <ac:chgData name="Krummenacher Roland, B2B-ITL-PCL-CLA" userId="be4e3383-091e-4aa4-8f6f-18f346791a84" providerId="ADAL" clId="{5B4B1EDA-D400-4EBE-9011-9894ECEC43BB}" dt="2023-11-09T08:23:16.911" v="2020" actId="478"/>
          <ac:picMkLst>
            <pc:docMk/>
            <pc:sldMk cId="1491333953" sldId="754"/>
            <ac:picMk id="14" creationId="{B75CD19B-BEFD-81F2-38AD-4F01BA1E5B45}"/>
          </ac:picMkLst>
        </pc:picChg>
        <pc:picChg chg="del mod">
          <ac:chgData name="Krummenacher Roland, B2B-ITL-PCL-CLA" userId="be4e3383-091e-4aa4-8f6f-18f346791a84" providerId="ADAL" clId="{5B4B1EDA-D400-4EBE-9011-9894ECEC43BB}" dt="2023-11-09T08:24:12.492" v="2025" actId="478"/>
          <ac:picMkLst>
            <pc:docMk/>
            <pc:sldMk cId="1491333953" sldId="754"/>
            <ac:picMk id="24" creationId="{F69C31D6-0A1F-6432-F024-941E18E30636}"/>
          </ac:picMkLst>
        </pc:picChg>
        <pc:picChg chg="del">
          <ac:chgData name="Krummenacher Roland, B2B-ITL-PCL-CLA" userId="be4e3383-091e-4aa4-8f6f-18f346791a84" providerId="ADAL" clId="{5B4B1EDA-D400-4EBE-9011-9894ECEC43BB}" dt="2023-11-09T08:23:13.072" v="2019" actId="478"/>
          <ac:picMkLst>
            <pc:docMk/>
            <pc:sldMk cId="1491333953" sldId="754"/>
            <ac:picMk id="33" creationId="{6EB71F34-C8BE-36C8-C8E3-E004D8E88C58}"/>
          </ac:picMkLst>
        </pc:picChg>
        <pc:picChg chg="del">
          <ac:chgData name="Krummenacher Roland, B2B-ITL-PCL-CLA" userId="be4e3383-091e-4aa4-8f6f-18f346791a84" providerId="ADAL" clId="{5B4B1EDA-D400-4EBE-9011-9894ECEC43BB}" dt="2023-11-09T08:23:13.072" v="2019" actId="478"/>
          <ac:picMkLst>
            <pc:docMk/>
            <pc:sldMk cId="1491333953" sldId="754"/>
            <ac:picMk id="35" creationId="{9035707B-9C63-ABEA-533E-A4B747DE1475}"/>
          </ac:picMkLst>
        </pc:picChg>
        <pc:cxnChg chg="mod">
          <ac:chgData name="Krummenacher Roland, B2B-ITL-PCL-CLA" userId="be4e3383-091e-4aa4-8f6f-18f346791a84" providerId="ADAL" clId="{5B4B1EDA-D400-4EBE-9011-9894ECEC43BB}" dt="2023-11-09T08:27:31.051" v="2077" actId="1076"/>
          <ac:cxnSpMkLst>
            <pc:docMk/>
            <pc:sldMk cId="1491333953" sldId="754"/>
            <ac:cxnSpMk id="18" creationId="{FD28826D-57F4-42ED-B8C1-98F31153ED5C}"/>
          </ac:cxnSpMkLst>
        </pc:cxnChg>
        <pc:cxnChg chg="del">
          <ac:chgData name="Krummenacher Roland, B2B-ITL-PCL-CLA" userId="be4e3383-091e-4aa4-8f6f-18f346791a84" providerId="ADAL" clId="{5B4B1EDA-D400-4EBE-9011-9894ECEC43BB}" dt="2023-11-09T08:23:16.911" v="2020" actId="478"/>
          <ac:cxnSpMkLst>
            <pc:docMk/>
            <pc:sldMk cId="1491333953" sldId="754"/>
            <ac:cxnSpMk id="25" creationId="{E0A49824-F2E1-4553-94FE-169E31FA1BBD}"/>
          </ac:cxnSpMkLst>
        </pc:cxnChg>
        <pc:cxnChg chg="del">
          <ac:chgData name="Krummenacher Roland, B2B-ITL-PCL-CLA" userId="be4e3383-091e-4aa4-8f6f-18f346791a84" providerId="ADAL" clId="{5B4B1EDA-D400-4EBE-9011-9894ECEC43BB}" dt="2023-11-09T08:23:13.072" v="2019" actId="478"/>
          <ac:cxnSpMkLst>
            <pc:docMk/>
            <pc:sldMk cId="1491333953" sldId="754"/>
            <ac:cxnSpMk id="26" creationId="{5B5FDF92-80DE-4865-AE43-A3735CF317AA}"/>
          </ac:cxnSpMkLst>
        </pc:cxnChg>
        <pc:cxnChg chg="del">
          <ac:chgData name="Krummenacher Roland, B2B-ITL-PCL-CLA" userId="be4e3383-091e-4aa4-8f6f-18f346791a84" providerId="ADAL" clId="{5B4B1EDA-D400-4EBE-9011-9894ECEC43BB}" dt="2023-11-09T08:23:13.072" v="2019" actId="478"/>
          <ac:cxnSpMkLst>
            <pc:docMk/>
            <pc:sldMk cId="1491333953" sldId="754"/>
            <ac:cxnSpMk id="27" creationId="{7A848748-A319-48E6-808E-A10855CACABA}"/>
          </ac:cxnSpMkLst>
        </pc:cxnChg>
      </pc:sldChg>
      <pc:sldChg chg="delSp mod modNotes">
        <pc:chgData name="Krummenacher Roland, B2B-ITL-PCL-CLA" userId="be4e3383-091e-4aa4-8f6f-18f346791a84" providerId="ADAL" clId="{5B4B1EDA-D400-4EBE-9011-9894ECEC43BB}" dt="2023-11-09T08:33:27.262" v="2139" actId="478"/>
        <pc:sldMkLst>
          <pc:docMk/>
          <pc:sldMk cId="352938422" sldId="790"/>
        </pc:sldMkLst>
        <pc:spChg chg="del">
          <ac:chgData name="Krummenacher Roland, B2B-ITL-PCL-CLA" userId="be4e3383-091e-4aa4-8f6f-18f346791a84" providerId="ADAL" clId="{5B4B1EDA-D400-4EBE-9011-9894ECEC43BB}" dt="2023-11-09T08:33:27.262" v="2139" actId="478"/>
          <ac:spMkLst>
            <pc:docMk/>
            <pc:sldMk cId="352938422" sldId="790"/>
            <ac:spMk id="3" creationId="{FF3D2116-9626-4D45-9712-2FE51CE670F0}"/>
          </ac:spMkLst>
        </pc:spChg>
      </pc:sldChg>
      <pc:sldChg chg="delSp mod ord modShow modNotes">
        <pc:chgData name="Krummenacher Roland, B2B-ITL-PCL-CLA" userId="be4e3383-091e-4aa4-8f6f-18f346791a84" providerId="ADAL" clId="{5B4B1EDA-D400-4EBE-9011-9894ECEC43BB}" dt="2023-11-09T13:32:12.195" v="2141"/>
        <pc:sldMkLst>
          <pc:docMk/>
          <pc:sldMk cId="1656045068" sldId="954"/>
        </pc:sldMkLst>
        <pc:spChg chg="del">
          <ac:chgData name="Krummenacher Roland, B2B-ITL-PCL-CLA" userId="be4e3383-091e-4aa4-8f6f-18f346791a84" providerId="ADAL" clId="{5B4B1EDA-D400-4EBE-9011-9894ECEC43BB}" dt="2023-11-06T15:18:42.598" v="1979" actId="478"/>
          <ac:spMkLst>
            <pc:docMk/>
            <pc:sldMk cId="1656045068" sldId="954"/>
            <ac:spMk id="3" creationId="{6FEB8635-DE6C-483F-A840-8CE4BC0A8D65}"/>
          </ac:spMkLst>
        </pc:spChg>
      </pc:sldChg>
      <pc:sldChg chg="delSp modSp add mod modShow modNotes">
        <pc:chgData name="Krummenacher Roland, B2B-ITL-PCL-CLA" userId="be4e3383-091e-4aa4-8f6f-18f346791a84" providerId="ADAL" clId="{5B4B1EDA-D400-4EBE-9011-9894ECEC43BB}" dt="2023-11-09T08:25:22.888" v="2066" actId="729"/>
        <pc:sldMkLst>
          <pc:docMk/>
          <pc:sldMk cId="1561639805" sldId="1004"/>
        </pc:sldMkLst>
        <pc:spChg chg="mod">
          <ac:chgData name="Krummenacher Roland, B2B-ITL-PCL-CLA" userId="be4e3383-091e-4aa4-8f6f-18f346791a84" providerId="ADAL" clId="{5B4B1EDA-D400-4EBE-9011-9894ECEC43BB}" dt="2023-11-06T13:59:16.332" v="1958" actId="20577"/>
          <ac:spMkLst>
            <pc:docMk/>
            <pc:sldMk cId="1561639805" sldId="1004"/>
            <ac:spMk id="23" creationId="{69643AF7-3956-4B66-A31A-34122C32A7D3}"/>
          </ac:spMkLst>
        </pc:spChg>
        <pc:spChg chg="del">
          <ac:chgData name="Krummenacher Roland, B2B-ITL-PCL-CLA" userId="be4e3383-091e-4aa4-8f6f-18f346791a84" providerId="ADAL" clId="{5B4B1EDA-D400-4EBE-9011-9894ECEC43BB}" dt="2023-11-06T13:59:19.483" v="1959" actId="478"/>
          <ac:spMkLst>
            <pc:docMk/>
            <pc:sldMk cId="1561639805" sldId="1004"/>
            <ac:spMk id="28" creationId="{768AD1FC-0F46-4775-B21E-BE1BDB9B04F9}"/>
          </ac:spMkLst>
        </pc:spChg>
      </pc:sldChg>
      <pc:sldChg chg="delSp modSp add mod modNotes">
        <pc:chgData name="Krummenacher Roland, B2B-ITL-PCL-CLA" userId="be4e3383-091e-4aa4-8f6f-18f346791a84" providerId="ADAL" clId="{5B4B1EDA-D400-4EBE-9011-9894ECEC43BB}" dt="2023-11-07T07:11:37.403" v="1988" actId="20577"/>
        <pc:sldMkLst>
          <pc:docMk/>
          <pc:sldMk cId="3526721972" sldId="1028"/>
        </pc:sldMkLst>
        <pc:spChg chg="del">
          <ac:chgData name="Krummenacher Roland, B2B-ITL-PCL-CLA" userId="be4e3383-091e-4aa4-8f6f-18f346791a84" providerId="ADAL" clId="{5B4B1EDA-D400-4EBE-9011-9894ECEC43BB}" dt="2023-11-06T09:42:36.974" v="843" actId="478"/>
          <ac:spMkLst>
            <pc:docMk/>
            <pc:sldMk cId="3526721972" sldId="1028"/>
            <ac:spMk id="2" creationId="{CBC7870C-3F76-4A6D-8839-AE5CBA093C24}"/>
          </ac:spMkLst>
        </pc:spChg>
        <pc:spChg chg="mod">
          <ac:chgData name="Krummenacher Roland, B2B-ITL-PCL-CLA" userId="be4e3383-091e-4aa4-8f6f-18f346791a84" providerId="ADAL" clId="{5B4B1EDA-D400-4EBE-9011-9894ECEC43BB}" dt="2023-11-06T11:06:33.211" v="1803" actId="20577"/>
          <ac:spMkLst>
            <pc:docMk/>
            <pc:sldMk cId="3526721972" sldId="1028"/>
            <ac:spMk id="4" creationId="{89FAADD5-04DB-4C4C-8A5D-2F921F98F446}"/>
          </ac:spMkLst>
        </pc:spChg>
        <pc:spChg chg="mod">
          <ac:chgData name="Krummenacher Roland, B2B-ITL-PCL-CLA" userId="be4e3383-091e-4aa4-8f6f-18f346791a84" providerId="ADAL" clId="{5B4B1EDA-D400-4EBE-9011-9894ECEC43BB}" dt="2023-11-06T10:16:16.208" v="1500" actId="790"/>
          <ac:spMkLst>
            <pc:docMk/>
            <pc:sldMk cId="3526721972" sldId="1028"/>
            <ac:spMk id="17" creationId="{EE95DA9E-D0EF-4805-B045-64D89121FE31}"/>
          </ac:spMkLst>
        </pc:spChg>
        <pc:spChg chg="mod">
          <ac:chgData name="Krummenacher Roland, B2B-ITL-PCL-CLA" userId="be4e3383-091e-4aa4-8f6f-18f346791a84" providerId="ADAL" clId="{5B4B1EDA-D400-4EBE-9011-9894ECEC43BB}" dt="2023-11-07T07:11:37.403" v="1988" actId="20577"/>
          <ac:spMkLst>
            <pc:docMk/>
            <pc:sldMk cId="3526721972" sldId="1028"/>
            <ac:spMk id="23" creationId="{DF9FDB99-3F07-456C-8368-000F1E315D9D}"/>
          </ac:spMkLst>
        </pc:spChg>
        <pc:spChg chg="mod">
          <ac:chgData name="Krummenacher Roland, B2B-ITL-PCL-CLA" userId="be4e3383-091e-4aa4-8f6f-18f346791a84" providerId="ADAL" clId="{5B4B1EDA-D400-4EBE-9011-9894ECEC43BB}" dt="2023-11-06T10:22:31.464" v="1510" actId="20577"/>
          <ac:spMkLst>
            <pc:docMk/>
            <pc:sldMk cId="3526721972" sldId="1028"/>
            <ac:spMk id="26" creationId="{BE0BA290-A451-42D0-B511-85AAC7530638}"/>
          </ac:spMkLst>
        </pc:spChg>
        <pc:spChg chg="mod">
          <ac:chgData name="Krummenacher Roland, B2B-ITL-PCL-CLA" userId="be4e3383-091e-4aa4-8f6f-18f346791a84" providerId="ADAL" clId="{5B4B1EDA-D400-4EBE-9011-9894ECEC43BB}" dt="2023-11-06T10:22:59.414" v="1547" actId="20577"/>
          <ac:spMkLst>
            <pc:docMk/>
            <pc:sldMk cId="3526721972" sldId="1028"/>
            <ac:spMk id="28" creationId="{5829A92D-650E-4741-873B-3BF4C53996D3}"/>
          </ac:spMkLst>
        </pc:spChg>
        <pc:spChg chg="mod">
          <ac:chgData name="Krummenacher Roland, B2B-ITL-PCL-CLA" userId="be4e3383-091e-4aa4-8f6f-18f346791a84" providerId="ADAL" clId="{5B4B1EDA-D400-4EBE-9011-9894ECEC43BB}" dt="2023-11-06T10:46:15.949" v="1678" actId="20577"/>
          <ac:spMkLst>
            <pc:docMk/>
            <pc:sldMk cId="3526721972" sldId="1028"/>
            <ac:spMk id="29" creationId="{71A25594-7AF2-4199-A050-4B312979FBAE}"/>
          </ac:spMkLst>
        </pc:spChg>
      </pc:sldChg>
      <pc:sldChg chg="modNotes">
        <pc:chgData name="Krummenacher Roland, B2B-ITL-PCL-CLA" userId="be4e3383-091e-4aa4-8f6f-18f346791a84" providerId="ADAL" clId="{5B4B1EDA-D400-4EBE-9011-9894ECEC43BB}" dt="2023-11-06T13:58:50.851" v="1938"/>
        <pc:sldMkLst>
          <pc:docMk/>
          <pc:sldMk cId="3119070360" sldId="2147377221"/>
        </pc:sldMkLst>
      </pc:sldChg>
      <pc:sldChg chg="modNotes">
        <pc:chgData name="Krummenacher Roland, B2B-ITL-PCL-CLA" userId="be4e3383-091e-4aa4-8f6f-18f346791a84" providerId="ADAL" clId="{5B4B1EDA-D400-4EBE-9011-9894ECEC43BB}" dt="2023-11-06T13:58:50.851" v="1938"/>
        <pc:sldMkLst>
          <pc:docMk/>
          <pc:sldMk cId="244822060" sldId="2147377245"/>
        </pc:sldMkLst>
      </pc:sldChg>
      <pc:sldChg chg="addSp delSp modSp mod modNotes">
        <pc:chgData name="Krummenacher Roland, B2B-ITL-PCL-CLA" userId="be4e3383-091e-4aa4-8f6f-18f346791a84" providerId="ADAL" clId="{5B4B1EDA-D400-4EBE-9011-9894ECEC43BB}" dt="2023-11-06T13:58:50.851" v="1938"/>
        <pc:sldMkLst>
          <pc:docMk/>
          <pc:sldMk cId="1624517929" sldId="2147377352"/>
        </pc:sldMkLst>
        <pc:spChg chg="add mod">
          <ac:chgData name="Krummenacher Roland, B2B-ITL-PCL-CLA" userId="be4e3383-091e-4aa4-8f6f-18f346791a84" providerId="ADAL" clId="{5B4B1EDA-D400-4EBE-9011-9894ECEC43BB}" dt="2023-11-06T13:03:50.550" v="1819" actId="14100"/>
          <ac:spMkLst>
            <pc:docMk/>
            <pc:sldMk cId="1624517929" sldId="2147377352"/>
            <ac:spMk id="5" creationId="{075C85A6-CDED-E3C6-E3D7-3AC28A8680BA}"/>
          </ac:spMkLst>
        </pc:spChg>
        <pc:spChg chg="del">
          <ac:chgData name="Krummenacher Roland, B2B-ITL-PCL-CLA" userId="be4e3383-091e-4aa4-8f6f-18f346791a84" providerId="ADAL" clId="{5B4B1EDA-D400-4EBE-9011-9894ECEC43BB}" dt="2023-11-06T10:42:10.207" v="1638" actId="478"/>
          <ac:spMkLst>
            <pc:docMk/>
            <pc:sldMk cId="1624517929" sldId="2147377352"/>
            <ac:spMk id="15" creationId="{89FBD34D-F8EF-2ED5-5E4D-6D3E7F7CE86A}"/>
          </ac:spMkLst>
        </pc:spChg>
        <pc:picChg chg="mod">
          <ac:chgData name="Krummenacher Roland, B2B-ITL-PCL-CLA" userId="be4e3383-091e-4aa4-8f6f-18f346791a84" providerId="ADAL" clId="{5B4B1EDA-D400-4EBE-9011-9894ECEC43BB}" dt="2023-11-06T10:42:49.867" v="1640" actId="1076"/>
          <ac:picMkLst>
            <pc:docMk/>
            <pc:sldMk cId="1624517929" sldId="2147377352"/>
            <ac:picMk id="4" creationId="{C691E6F2-1048-DFC6-BD29-27C4135000B7}"/>
          </ac:picMkLst>
        </pc:picChg>
      </pc:sldChg>
      <pc:sldChg chg="modSp mod modNotes">
        <pc:chgData name="Krummenacher Roland, B2B-ITL-PCL-CLA" userId="be4e3383-091e-4aa4-8f6f-18f346791a84" providerId="ADAL" clId="{5B4B1EDA-D400-4EBE-9011-9894ECEC43BB}" dt="2023-11-09T08:32:44.896" v="2126" actId="3626"/>
        <pc:sldMkLst>
          <pc:docMk/>
          <pc:sldMk cId="2022042031" sldId="2147481605"/>
        </pc:sldMkLst>
        <pc:spChg chg="mod">
          <ac:chgData name="Krummenacher Roland, B2B-ITL-PCL-CLA" userId="be4e3383-091e-4aa4-8f6f-18f346791a84" providerId="ADAL" clId="{5B4B1EDA-D400-4EBE-9011-9894ECEC43BB}" dt="2023-11-06T13:04:28.858" v="1824" actId="5793"/>
          <ac:spMkLst>
            <pc:docMk/>
            <pc:sldMk cId="2022042031" sldId="2147481605"/>
            <ac:spMk id="11" creationId="{CB4A5A02-7FED-4E61-A437-E19B3396E9C0}"/>
          </ac:spMkLst>
        </pc:spChg>
        <pc:spChg chg="mod">
          <ac:chgData name="Krummenacher Roland, B2B-ITL-PCL-CLA" userId="be4e3383-091e-4aa4-8f6f-18f346791a84" providerId="ADAL" clId="{5B4B1EDA-D400-4EBE-9011-9894ECEC43BB}" dt="2023-11-09T08:32:44.896" v="2126" actId="3626"/>
          <ac:spMkLst>
            <pc:docMk/>
            <pc:sldMk cId="2022042031" sldId="2147481605"/>
            <ac:spMk id="13" creationId="{FD3F2EA3-B466-4469-BCDA-F504E0D36D3B}"/>
          </ac:spMkLst>
        </pc:spChg>
      </pc:sldChg>
      <pc:sldChg chg="addSp delSp modSp mod modClrScheme chgLayout">
        <pc:chgData name="Krummenacher Roland, B2B-ITL-PCL-CLA" userId="be4e3383-091e-4aa4-8f6f-18f346791a84" providerId="ADAL" clId="{5B4B1EDA-D400-4EBE-9011-9894ECEC43BB}" dt="2023-11-06T14:04:23.593" v="1974" actId="1076"/>
        <pc:sldMkLst>
          <pc:docMk/>
          <pc:sldMk cId="4247334641" sldId="2147481616"/>
        </pc:sldMkLst>
        <pc:spChg chg="del mod">
          <ac:chgData name="Krummenacher Roland, B2B-ITL-PCL-CLA" userId="be4e3383-091e-4aa4-8f6f-18f346791a84" providerId="ADAL" clId="{5B4B1EDA-D400-4EBE-9011-9894ECEC43BB}" dt="2023-11-06T13:59:32.388" v="1961" actId="478"/>
          <ac:spMkLst>
            <pc:docMk/>
            <pc:sldMk cId="4247334641" sldId="2147481616"/>
            <ac:spMk id="3" creationId="{318A103B-C143-DBDE-5B18-9C6225460CD2}"/>
          </ac:spMkLst>
        </pc:spChg>
        <pc:spChg chg="mod">
          <ac:chgData name="Krummenacher Roland, B2B-ITL-PCL-CLA" userId="be4e3383-091e-4aa4-8f6f-18f346791a84" providerId="ADAL" clId="{5B4B1EDA-D400-4EBE-9011-9894ECEC43BB}" dt="2023-11-06T14:04:06.358" v="1971" actId="26606"/>
          <ac:spMkLst>
            <pc:docMk/>
            <pc:sldMk cId="4247334641" sldId="2147481616"/>
            <ac:spMk id="4" creationId="{7CE55CC5-5DCF-0EFA-E82C-9D48B1F0860C}"/>
          </ac:spMkLst>
        </pc:spChg>
        <pc:spChg chg="mod">
          <ac:chgData name="Krummenacher Roland, B2B-ITL-PCL-CLA" userId="be4e3383-091e-4aa4-8f6f-18f346791a84" providerId="ADAL" clId="{5B4B1EDA-D400-4EBE-9011-9894ECEC43BB}" dt="2023-11-06T14:04:06.358" v="1971" actId="26606"/>
          <ac:spMkLst>
            <pc:docMk/>
            <pc:sldMk cId="4247334641" sldId="2147481616"/>
            <ac:spMk id="5" creationId="{9C23E0B4-57D9-12F0-FE4E-BDB949214DB9}"/>
          </ac:spMkLst>
        </pc:spChg>
        <pc:spChg chg="add del mod">
          <ac:chgData name="Krummenacher Roland, B2B-ITL-PCL-CLA" userId="be4e3383-091e-4aa4-8f6f-18f346791a84" providerId="ADAL" clId="{5B4B1EDA-D400-4EBE-9011-9894ECEC43BB}" dt="2023-11-06T14:04:06.358" v="1971" actId="26606"/>
          <ac:spMkLst>
            <pc:docMk/>
            <pc:sldMk cId="4247334641" sldId="2147481616"/>
            <ac:spMk id="18" creationId="{78E61324-82FF-0E26-03FE-40D477A97158}"/>
          </ac:spMkLst>
        </pc:spChg>
        <pc:picChg chg="del">
          <ac:chgData name="Krummenacher Roland, B2B-ITL-PCL-CLA" userId="be4e3383-091e-4aa4-8f6f-18f346791a84" providerId="ADAL" clId="{5B4B1EDA-D400-4EBE-9011-9894ECEC43BB}" dt="2023-11-06T10:03:54.025" v="1089" actId="478"/>
          <ac:picMkLst>
            <pc:docMk/>
            <pc:sldMk cId="4247334641" sldId="2147481616"/>
            <ac:picMk id="6" creationId="{A4C29C4E-796B-4F8C-0A20-9D0E0A06ABCD}"/>
          </ac:picMkLst>
        </pc:picChg>
        <pc:picChg chg="add del mod ord">
          <ac:chgData name="Krummenacher Roland, B2B-ITL-PCL-CLA" userId="be4e3383-091e-4aa4-8f6f-18f346791a84" providerId="ADAL" clId="{5B4B1EDA-D400-4EBE-9011-9894ECEC43BB}" dt="2023-11-06T14:02:16.665" v="1962" actId="478"/>
          <ac:picMkLst>
            <pc:docMk/>
            <pc:sldMk cId="4247334641" sldId="2147481616"/>
            <ac:picMk id="7" creationId="{20F3A680-B92E-63DF-9E76-4D47D21060C6}"/>
          </ac:picMkLst>
        </pc:picChg>
        <pc:picChg chg="add del mod">
          <ac:chgData name="Krummenacher Roland, B2B-ITL-PCL-CLA" userId="be4e3383-091e-4aa4-8f6f-18f346791a84" providerId="ADAL" clId="{5B4B1EDA-D400-4EBE-9011-9894ECEC43BB}" dt="2023-11-06T14:03:28.215" v="1966" actId="478"/>
          <ac:picMkLst>
            <pc:docMk/>
            <pc:sldMk cId="4247334641" sldId="2147481616"/>
            <ac:picMk id="9" creationId="{804A1335-3E0C-98FA-F2D1-4150C7C7FB13}"/>
          </ac:picMkLst>
        </pc:picChg>
        <pc:picChg chg="add del">
          <ac:chgData name="Krummenacher Roland, B2B-ITL-PCL-CLA" userId="be4e3383-091e-4aa4-8f6f-18f346791a84" providerId="ADAL" clId="{5B4B1EDA-D400-4EBE-9011-9894ECEC43BB}" dt="2023-11-06T14:03:58.632" v="1968" actId="478"/>
          <ac:picMkLst>
            <pc:docMk/>
            <pc:sldMk cId="4247334641" sldId="2147481616"/>
            <ac:picMk id="11" creationId="{DC1E62DA-5B73-9E33-2953-1F77F8DCC3B2}"/>
          </ac:picMkLst>
        </pc:picChg>
        <pc:picChg chg="add mod ord">
          <ac:chgData name="Krummenacher Roland, B2B-ITL-PCL-CLA" userId="be4e3383-091e-4aa4-8f6f-18f346791a84" providerId="ADAL" clId="{5B4B1EDA-D400-4EBE-9011-9894ECEC43BB}" dt="2023-11-06T14:04:23.593" v="1974" actId="1076"/>
          <ac:picMkLst>
            <pc:docMk/>
            <pc:sldMk cId="4247334641" sldId="2147481616"/>
            <ac:picMk id="13" creationId="{3578D074-3C52-5E06-240D-3D68C51BE631}"/>
          </ac:picMkLst>
        </pc:picChg>
      </pc:sldChg>
      <pc:sldChg chg="delSp mod ord modShow modNotes">
        <pc:chgData name="Krummenacher Roland, B2B-ITL-PCL-CLA" userId="be4e3383-091e-4aa4-8f6f-18f346791a84" providerId="ADAL" clId="{5B4B1EDA-D400-4EBE-9011-9894ECEC43BB}" dt="2023-11-09T13:32:12.195" v="2141"/>
        <pc:sldMkLst>
          <pc:docMk/>
          <pc:sldMk cId="1358254037" sldId="2147481624"/>
        </pc:sldMkLst>
        <pc:spChg chg="del">
          <ac:chgData name="Krummenacher Roland, B2B-ITL-PCL-CLA" userId="be4e3383-091e-4aa4-8f6f-18f346791a84" providerId="ADAL" clId="{5B4B1EDA-D400-4EBE-9011-9894ECEC43BB}" dt="2023-11-06T15:18:50.223" v="1980" actId="478"/>
          <ac:spMkLst>
            <pc:docMk/>
            <pc:sldMk cId="1358254037" sldId="2147481624"/>
            <ac:spMk id="3" creationId="{6FEB8635-DE6C-483F-A840-8CE4BC0A8D65}"/>
          </ac:spMkLst>
        </pc:spChg>
      </pc:sldChg>
      <pc:sldChg chg="addSp delSp modSp mod modNotes">
        <pc:chgData name="Krummenacher Roland, B2B-ITL-PCL-CLA" userId="be4e3383-091e-4aa4-8f6f-18f346791a84" providerId="ADAL" clId="{5B4B1EDA-D400-4EBE-9011-9894ECEC43BB}" dt="2023-11-09T08:32:29.182" v="2117"/>
        <pc:sldMkLst>
          <pc:docMk/>
          <pc:sldMk cId="166867092" sldId="2147481626"/>
        </pc:sldMkLst>
        <pc:spChg chg="add mod">
          <ac:chgData name="Krummenacher Roland, B2B-ITL-PCL-CLA" userId="be4e3383-091e-4aa4-8f6f-18f346791a84" providerId="ADAL" clId="{5B4B1EDA-D400-4EBE-9011-9894ECEC43BB}" dt="2023-11-09T08:32:29.182" v="2117"/>
          <ac:spMkLst>
            <pc:docMk/>
            <pc:sldMk cId="166867092" sldId="2147481626"/>
            <ac:spMk id="2" creationId="{60BC8992-0649-5AAD-95B3-B9F9D7F44CEB}"/>
          </ac:spMkLst>
        </pc:spChg>
        <pc:spChg chg="del">
          <ac:chgData name="Krummenacher Roland, B2B-ITL-PCL-CLA" userId="be4e3383-091e-4aa4-8f6f-18f346791a84" providerId="ADAL" clId="{5B4B1EDA-D400-4EBE-9011-9894ECEC43BB}" dt="2023-11-06T15:18:53.532" v="1981" actId="478"/>
          <ac:spMkLst>
            <pc:docMk/>
            <pc:sldMk cId="166867092" sldId="2147481626"/>
            <ac:spMk id="3" creationId="{6FEB8635-DE6C-483F-A840-8CE4BC0A8D65}"/>
          </ac:spMkLst>
        </pc:spChg>
      </pc:sldChg>
      <pc:sldChg chg="delSp mod ord modShow modNotes">
        <pc:chgData name="Krummenacher Roland, B2B-ITL-PCL-CLA" userId="be4e3383-091e-4aa4-8f6f-18f346791a84" providerId="ADAL" clId="{5B4B1EDA-D400-4EBE-9011-9894ECEC43BB}" dt="2023-11-09T13:32:12.195" v="2141"/>
        <pc:sldMkLst>
          <pc:docMk/>
          <pc:sldMk cId="819848138" sldId="2147481627"/>
        </pc:sldMkLst>
        <pc:spChg chg="del">
          <ac:chgData name="Krummenacher Roland, B2B-ITL-PCL-CLA" userId="be4e3383-091e-4aa4-8f6f-18f346791a84" providerId="ADAL" clId="{5B4B1EDA-D400-4EBE-9011-9894ECEC43BB}" dt="2023-11-06T15:18:56.858" v="1982" actId="478"/>
          <ac:spMkLst>
            <pc:docMk/>
            <pc:sldMk cId="819848138" sldId="2147481627"/>
            <ac:spMk id="3" creationId="{6FEB8635-DE6C-483F-A840-8CE4BC0A8D65}"/>
          </ac:spMkLst>
        </pc:spChg>
      </pc:sldChg>
      <pc:sldChg chg="delSp mod ord modShow modNotes">
        <pc:chgData name="Krummenacher Roland, B2B-ITL-PCL-CLA" userId="be4e3383-091e-4aa4-8f6f-18f346791a84" providerId="ADAL" clId="{5B4B1EDA-D400-4EBE-9011-9894ECEC43BB}" dt="2023-11-06T15:19:10.942" v="1986"/>
        <pc:sldMkLst>
          <pc:docMk/>
          <pc:sldMk cId="1206440466" sldId="2147481629"/>
        </pc:sldMkLst>
        <pc:spChg chg="del">
          <ac:chgData name="Krummenacher Roland, B2B-ITL-PCL-CLA" userId="be4e3383-091e-4aa4-8f6f-18f346791a84" providerId="ADAL" clId="{5B4B1EDA-D400-4EBE-9011-9894ECEC43BB}" dt="2023-11-06T15:19:00.299" v="1983" actId="478"/>
          <ac:spMkLst>
            <pc:docMk/>
            <pc:sldMk cId="1206440466" sldId="2147481629"/>
            <ac:spMk id="3" creationId="{6FEB8635-DE6C-483F-A840-8CE4BC0A8D65}"/>
          </ac:spMkLst>
        </pc:spChg>
      </pc:sldChg>
      <pc:sldChg chg="addSp delSp modSp mod ord modShow modNotes">
        <pc:chgData name="Krummenacher Roland, B2B-ITL-PCL-CLA" userId="be4e3383-091e-4aa4-8f6f-18f346791a84" providerId="ADAL" clId="{5B4B1EDA-D400-4EBE-9011-9894ECEC43BB}" dt="2023-11-09T13:32:54.144" v="2145"/>
        <pc:sldMkLst>
          <pc:docMk/>
          <pc:sldMk cId="208867007" sldId="2147481630"/>
        </pc:sldMkLst>
        <pc:spChg chg="del">
          <ac:chgData name="Krummenacher Roland, B2B-ITL-PCL-CLA" userId="be4e3383-091e-4aa4-8f6f-18f346791a84" providerId="ADAL" clId="{5B4B1EDA-D400-4EBE-9011-9894ECEC43BB}" dt="2023-11-06T15:19:04.308" v="1984" actId="478"/>
          <ac:spMkLst>
            <pc:docMk/>
            <pc:sldMk cId="208867007" sldId="2147481630"/>
            <ac:spMk id="3" creationId="{6FEB8635-DE6C-483F-A840-8CE4BC0A8D65}"/>
          </ac:spMkLst>
        </pc:spChg>
        <pc:spChg chg="add mod">
          <ac:chgData name="Krummenacher Roland, B2B-ITL-PCL-CLA" userId="be4e3383-091e-4aa4-8f6f-18f346791a84" providerId="ADAL" clId="{5B4B1EDA-D400-4EBE-9011-9894ECEC43BB}" dt="2023-11-09T08:32:25.411" v="2116" actId="1076"/>
          <ac:spMkLst>
            <pc:docMk/>
            <pc:sldMk cId="208867007" sldId="2147481630"/>
            <ac:spMk id="3" creationId="{BD90835F-BE75-B8E6-B1EA-0F9A24B9B748}"/>
          </ac:spMkLst>
        </pc:spChg>
        <pc:picChg chg="mod">
          <ac:chgData name="Krummenacher Roland, B2B-ITL-PCL-CLA" userId="be4e3383-091e-4aa4-8f6f-18f346791a84" providerId="ADAL" clId="{5B4B1EDA-D400-4EBE-9011-9894ECEC43BB}" dt="2023-11-09T08:31:26.391" v="2090" actId="1076"/>
          <ac:picMkLst>
            <pc:docMk/>
            <pc:sldMk cId="208867007" sldId="2147481630"/>
            <ac:picMk id="4" creationId="{E06D7CB5-F9FF-0457-AC4A-67CCD12C35DC}"/>
          </ac:picMkLst>
        </pc:picChg>
      </pc:sldChg>
      <pc:sldChg chg="modSp mod ord modShow">
        <pc:chgData name="Krummenacher Roland, B2B-ITL-PCL-CLA" userId="be4e3383-091e-4aa4-8f6f-18f346791a84" providerId="ADAL" clId="{5B4B1EDA-D400-4EBE-9011-9894ECEC43BB}" dt="2023-11-06T13:56:47.343" v="1830"/>
        <pc:sldMkLst>
          <pc:docMk/>
          <pc:sldMk cId="2450627223" sldId="2147481631"/>
        </pc:sldMkLst>
        <pc:spChg chg="mod">
          <ac:chgData name="Krummenacher Roland, B2B-ITL-PCL-CLA" userId="be4e3383-091e-4aa4-8f6f-18f346791a84" providerId="ADAL" clId="{5B4B1EDA-D400-4EBE-9011-9894ECEC43BB}" dt="2023-11-06T12:49:29.057" v="1811" actId="20577"/>
          <ac:spMkLst>
            <pc:docMk/>
            <pc:sldMk cId="2450627223" sldId="2147481631"/>
            <ac:spMk id="2" creationId="{5DB08747-C717-2E31-1148-4A3C82172D7D}"/>
          </ac:spMkLst>
        </pc:spChg>
      </pc:sldChg>
      <pc:sldChg chg="modSp add del mod modShow">
        <pc:chgData name="Krummenacher Roland, B2B-ITL-PCL-CLA" userId="be4e3383-091e-4aa4-8f6f-18f346791a84" providerId="ADAL" clId="{5B4B1EDA-D400-4EBE-9011-9894ECEC43BB}" dt="2023-11-06T13:56:44.910" v="1828" actId="47"/>
        <pc:sldMkLst>
          <pc:docMk/>
          <pc:sldMk cId="3594955798" sldId="2147481632"/>
        </pc:sldMkLst>
        <pc:spChg chg="mod">
          <ac:chgData name="Krummenacher Roland, B2B-ITL-PCL-CLA" userId="be4e3383-091e-4aa4-8f6f-18f346791a84" providerId="ADAL" clId="{5B4B1EDA-D400-4EBE-9011-9894ECEC43BB}" dt="2023-11-06T09:33:26.325" v="320" actId="113"/>
          <ac:spMkLst>
            <pc:docMk/>
            <pc:sldMk cId="3594955798" sldId="2147481632"/>
            <ac:spMk id="2" creationId="{5DB08747-C717-2E31-1148-4A3C82172D7D}"/>
          </ac:spMkLst>
        </pc:spChg>
        <pc:spChg chg="mod">
          <ac:chgData name="Krummenacher Roland, B2B-ITL-PCL-CLA" userId="be4e3383-091e-4aa4-8f6f-18f346791a84" providerId="ADAL" clId="{5B4B1EDA-D400-4EBE-9011-9894ECEC43BB}" dt="2023-11-06T09:30:22.226" v="14" actId="20577"/>
          <ac:spMkLst>
            <pc:docMk/>
            <pc:sldMk cId="3594955798" sldId="2147481632"/>
            <ac:spMk id="5" creationId="{9C23E0B4-57D9-12F0-FE4E-BDB949214DB9}"/>
          </ac:spMkLst>
        </pc:spChg>
      </pc:sldChg>
      <pc:sldChg chg="addSp delSp modSp add mod modClrScheme chgLayout">
        <pc:chgData name="Krummenacher Roland, B2B-ITL-PCL-CLA" userId="be4e3383-091e-4aa4-8f6f-18f346791a84" providerId="ADAL" clId="{5B4B1EDA-D400-4EBE-9011-9894ECEC43BB}" dt="2023-11-09T08:33:15.325" v="2138" actId="14100"/>
        <pc:sldMkLst>
          <pc:docMk/>
          <pc:sldMk cId="1470391433" sldId="2147481633"/>
        </pc:sldMkLst>
        <pc:spChg chg="del mod">
          <ac:chgData name="Krummenacher Roland, B2B-ITL-PCL-CLA" userId="be4e3383-091e-4aa4-8f6f-18f346791a84" providerId="ADAL" clId="{5B4B1EDA-D400-4EBE-9011-9894ECEC43BB}" dt="2023-11-06T10:39:04.456" v="1606" actId="478"/>
          <ac:spMkLst>
            <pc:docMk/>
            <pc:sldMk cId="1470391433" sldId="2147481633"/>
            <ac:spMk id="3" creationId="{318A103B-C143-DBDE-5B18-9C6225460CD2}"/>
          </ac:spMkLst>
        </pc:spChg>
        <pc:spChg chg="mod">
          <ac:chgData name="Krummenacher Roland, B2B-ITL-PCL-CLA" userId="be4e3383-091e-4aa4-8f6f-18f346791a84" providerId="ADAL" clId="{5B4B1EDA-D400-4EBE-9011-9894ECEC43BB}" dt="2023-11-06T10:37:33.551" v="1551" actId="26606"/>
          <ac:spMkLst>
            <pc:docMk/>
            <pc:sldMk cId="1470391433" sldId="2147481633"/>
            <ac:spMk id="4" creationId="{7CE55CC5-5DCF-0EFA-E82C-9D48B1F0860C}"/>
          </ac:spMkLst>
        </pc:spChg>
        <pc:spChg chg="mod">
          <ac:chgData name="Krummenacher Roland, B2B-ITL-PCL-CLA" userId="be4e3383-091e-4aa4-8f6f-18f346791a84" providerId="ADAL" clId="{5B4B1EDA-D400-4EBE-9011-9894ECEC43BB}" dt="2023-11-06T10:39:55.486" v="1634" actId="20577"/>
          <ac:spMkLst>
            <pc:docMk/>
            <pc:sldMk cId="1470391433" sldId="2147481633"/>
            <ac:spMk id="5" creationId="{9C23E0B4-57D9-12F0-FE4E-BDB949214DB9}"/>
          </ac:spMkLst>
        </pc:spChg>
        <pc:spChg chg="add mod">
          <ac:chgData name="Krummenacher Roland, B2B-ITL-PCL-CLA" userId="be4e3383-091e-4aa4-8f6f-18f346791a84" providerId="ADAL" clId="{5B4B1EDA-D400-4EBE-9011-9894ECEC43BB}" dt="2023-11-09T08:33:15.325" v="2138" actId="14100"/>
          <ac:spMkLst>
            <pc:docMk/>
            <pc:sldMk cId="1470391433" sldId="2147481633"/>
            <ac:spMk id="6" creationId="{84F05F55-63C9-F640-FB1A-FC035630B6DF}"/>
          </ac:spMkLst>
        </pc:spChg>
        <pc:picChg chg="del">
          <ac:chgData name="Krummenacher Roland, B2B-ITL-PCL-CLA" userId="be4e3383-091e-4aa4-8f6f-18f346791a84" providerId="ADAL" clId="{5B4B1EDA-D400-4EBE-9011-9894ECEC43BB}" dt="2023-11-06T10:37:25.600" v="1549" actId="478"/>
          <ac:picMkLst>
            <pc:docMk/>
            <pc:sldMk cId="1470391433" sldId="2147481633"/>
            <ac:picMk id="7" creationId="{20F3A680-B92E-63DF-9E76-4D47D21060C6}"/>
          </ac:picMkLst>
        </pc:picChg>
        <pc:picChg chg="add mod ord">
          <ac:chgData name="Krummenacher Roland, B2B-ITL-PCL-CLA" userId="be4e3383-091e-4aa4-8f6f-18f346791a84" providerId="ADAL" clId="{5B4B1EDA-D400-4EBE-9011-9894ECEC43BB}" dt="2023-11-06T10:39:14.219" v="1607" actId="14100"/>
          <ac:picMkLst>
            <pc:docMk/>
            <pc:sldMk cId="1470391433" sldId="2147481633"/>
            <ac:picMk id="1026" creationId="{0B54CBC9-F7C8-2D55-A9CA-6A78CEF236E7}"/>
          </ac:picMkLst>
        </pc:picChg>
      </pc:sldChg>
      <pc:sldChg chg="delSp modSp new mod modShow">
        <pc:chgData name="Krummenacher Roland, B2B-ITL-PCL-CLA" userId="be4e3383-091e-4aa4-8f6f-18f346791a84" providerId="ADAL" clId="{5B4B1EDA-D400-4EBE-9011-9894ECEC43BB}" dt="2023-11-09T13:32:20.162" v="2142" actId="729"/>
        <pc:sldMkLst>
          <pc:docMk/>
          <pc:sldMk cId="166958551" sldId="2147481634"/>
        </pc:sldMkLst>
        <pc:spChg chg="mod">
          <ac:chgData name="Krummenacher Roland, B2B-ITL-PCL-CLA" userId="be4e3383-091e-4aa4-8f6f-18f346791a84" providerId="ADAL" clId="{5B4B1EDA-D400-4EBE-9011-9894ECEC43BB}" dt="2023-11-06T10:52:55.175" v="1704" actId="20577"/>
          <ac:spMkLst>
            <pc:docMk/>
            <pc:sldMk cId="166958551" sldId="2147481634"/>
            <ac:spMk id="2" creationId="{5BA75D31-C0AE-B2AD-D0E7-C12D355DF557}"/>
          </ac:spMkLst>
        </pc:spChg>
        <pc:spChg chg="del">
          <ac:chgData name="Krummenacher Roland, B2B-ITL-PCL-CLA" userId="be4e3383-091e-4aa4-8f6f-18f346791a84" providerId="ADAL" clId="{5B4B1EDA-D400-4EBE-9011-9894ECEC43BB}" dt="2023-11-06T10:48:31.132" v="1694" actId="478"/>
          <ac:spMkLst>
            <pc:docMk/>
            <pc:sldMk cId="166958551" sldId="2147481634"/>
            <ac:spMk id="3" creationId="{6D91AAE6-5ECC-0FB7-2E76-A8672D717C7F}"/>
          </ac:spMkLst>
        </pc:spChg>
        <pc:spChg chg="mod">
          <ac:chgData name="Krummenacher Roland, B2B-ITL-PCL-CLA" userId="be4e3383-091e-4aa4-8f6f-18f346791a84" providerId="ADAL" clId="{5B4B1EDA-D400-4EBE-9011-9894ECEC43BB}" dt="2023-11-06T10:48:53.251" v="1701" actId="20577"/>
          <ac:spMkLst>
            <pc:docMk/>
            <pc:sldMk cId="166958551" sldId="2147481634"/>
            <ac:spMk id="5" creationId="{46F98E12-D7EA-298F-FC82-59BC8B6542ED}"/>
          </ac:spMkLst>
        </pc:spChg>
      </pc:sldChg>
      <pc:sldChg chg="delSp add del mod ord">
        <pc:chgData name="Krummenacher Roland, B2B-ITL-PCL-CLA" userId="be4e3383-091e-4aa4-8f6f-18f346791a84" providerId="ADAL" clId="{5B4B1EDA-D400-4EBE-9011-9894ECEC43BB}" dt="2023-11-06T14:24:09.234" v="1975" actId="47"/>
        <pc:sldMkLst>
          <pc:docMk/>
          <pc:sldMk cId="2137446582" sldId="2147481635"/>
        </pc:sldMkLst>
        <pc:spChg chg="del">
          <ac:chgData name="Krummenacher Roland, B2B-ITL-PCL-CLA" userId="be4e3383-091e-4aa4-8f6f-18f346791a84" providerId="ADAL" clId="{5B4B1EDA-D400-4EBE-9011-9894ECEC43BB}" dt="2023-11-06T13:59:27.372" v="1960" actId="478"/>
          <ac:spMkLst>
            <pc:docMk/>
            <pc:sldMk cId="2137446582" sldId="2147481635"/>
            <ac:spMk id="3" creationId="{318A103B-C143-DBDE-5B18-9C6225460CD2}"/>
          </ac:spMkLst>
        </pc:spChg>
      </pc:sldChg>
      <pc:sldChg chg="modSp add mod ord">
        <pc:chgData name="Krummenacher Roland, B2B-ITL-PCL-CLA" userId="be4e3383-091e-4aa4-8f6f-18f346791a84" providerId="ADAL" clId="{5B4B1EDA-D400-4EBE-9011-9894ECEC43BB}" dt="2023-11-06T13:58:41.513" v="1937" actId="33524"/>
        <pc:sldMkLst>
          <pc:docMk/>
          <pc:sldMk cId="456226403" sldId="2147481636"/>
        </pc:sldMkLst>
        <pc:spChg chg="mod">
          <ac:chgData name="Krummenacher Roland, B2B-ITL-PCL-CLA" userId="be4e3383-091e-4aa4-8f6f-18f346791a84" providerId="ADAL" clId="{5B4B1EDA-D400-4EBE-9011-9894ECEC43BB}" dt="2023-11-06T13:58:41.513" v="1937" actId="33524"/>
          <ac:spMkLst>
            <pc:docMk/>
            <pc:sldMk cId="456226403" sldId="2147481636"/>
            <ac:spMk id="2" creationId="{5DB08747-C717-2E31-1148-4A3C82172D7D}"/>
          </ac:spMkLst>
        </pc:spChg>
      </pc:sldChg>
      <pc:sldChg chg="add ord">
        <pc:chgData name="Krummenacher Roland, B2B-ITL-PCL-CLA" userId="be4e3383-091e-4aa4-8f6f-18f346791a84" providerId="ADAL" clId="{5B4B1EDA-D400-4EBE-9011-9894ECEC43BB}" dt="2023-11-06T14:24:13.782" v="1978"/>
        <pc:sldMkLst>
          <pc:docMk/>
          <pc:sldMk cId="1544749346" sldId="214748163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903662544787864"/>
          <c:y val="7.7595735659785933E-2"/>
          <c:w val="0.80235892715150536"/>
          <c:h val="0.77009444424900997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FF0000"/>
            </a:solidFill>
            <a:ln w="28575">
              <a:solidFill>
                <a:srgbClr val="DDE3E7"/>
              </a:solidFill>
            </a:ln>
          </c:spPr>
          <c:dPt>
            <c:idx val="0"/>
            <c:bubble3D val="0"/>
            <c:spPr>
              <a:solidFill>
                <a:srgbClr val="0EABA9"/>
              </a:solidFill>
              <a:ln w="28575">
                <a:solidFill>
                  <a:srgbClr val="DDE3E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2-3544-4004-BF74-D6A6328FC01A}"/>
              </c:ext>
            </c:extLst>
          </c:dPt>
          <c:dPt>
            <c:idx val="1"/>
            <c:bubble3D val="0"/>
            <c:spPr>
              <a:solidFill>
                <a:srgbClr val="E61E64"/>
              </a:solidFill>
              <a:ln w="28575">
                <a:solidFill>
                  <a:srgbClr val="DDE3E7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544-4004-BF74-D6A6328FC01A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3544-4004-BF74-D6A6328FC01A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1-3544-4004-BF74-D6A6328FC01A}"/>
              </c:ext>
            </c:extLst>
          </c:dPt>
          <c:cat>
            <c:strRef>
              <c:f>Tabelle1!$A$2:$A$3</c:f>
              <c:strCache>
                <c:ptCount val="2"/>
                <c:pt idx="0">
                  <c:v>scaling</c:v>
                </c:pt>
                <c:pt idx="1">
                  <c:v>not scaling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302</c:v>
                </c:pt>
                <c:pt idx="1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544-4004-BF74-D6A6328FC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0"/>
      </c:doughnutChart>
    </c:plotArea>
    <c:legend>
      <c:legendPos val="b"/>
      <c:overlay val="0"/>
      <c:txPr>
        <a:bodyPr/>
        <a:lstStyle/>
        <a:p>
          <a:pPr>
            <a:defRPr sz="1600">
              <a:solidFill>
                <a:schemeClr val="tx1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835"/>
          </a:xfrm>
          <a:prstGeom prst="rect">
            <a:avLst/>
          </a:prstGeom>
        </p:spPr>
        <p:txBody>
          <a:bodyPr vert="horz" lIns="96625" tIns="48312" rIns="96625" bIns="48312" rtlCol="0"/>
          <a:lstStyle>
            <a:lvl1pPr algn="r">
              <a:defRPr sz="1300"/>
            </a:lvl1pPr>
          </a:lstStyle>
          <a:p>
            <a:fld id="{D655C5E5-E180-439F-A595-E7B299A47BC9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25" tIns="48312" rIns="96625" bIns="48312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8817" y="4823034"/>
            <a:ext cx="5510530" cy="3946118"/>
          </a:xfrm>
          <a:prstGeom prst="rect">
            <a:avLst/>
          </a:prstGeom>
        </p:spPr>
        <p:txBody>
          <a:bodyPr vert="horz" lIns="96625" tIns="48312" rIns="96625" bIns="48312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01698" y="9519055"/>
            <a:ext cx="2984871" cy="502834"/>
          </a:xfrm>
          <a:prstGeom prst="rect">
            <a:avLst/>
          </a:prstGeom>
        </p:spPr>
        <p:txBody>
          <a:bodyPr vert="horz" lIns="96625" tIns="48312" rIns="96625" bIns="48312" rtlCol="0" anchor="b"/>
          <a:lstStyle>
            <a:lvl1pPr algn="r">
              <a:defRPr sz="1300"/>
            </a:lvl1pPr>
          </a:lstStyle>
          <a:p>
            <a:fld id="{4D7AED41-85C0-452B-A5E0-255D524FAA5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06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1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231615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2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419744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3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600001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/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/>
              <a:t>4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3125527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5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214187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6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2075672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dd/mm/yyyy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C8F28-A1A1-4155-9F05-C67D43323273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781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dd/mm/yyyy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C8F28-A1A1-4155-9F05-C67D43323273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827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dd/mm/yyyy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C8F28-A1A1-4155-9F05-C67D43323273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790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10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631276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11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30182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100"/>
              <a:t>12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2281223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dd/mm/yyyy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C8F28-A1A1-4155-9F05-C67D43323273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4453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GB"/>
              <a:t>dd/mm/yyyy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C8F28-A1A1-4155-9F05-C67D43323273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919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15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1470580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16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41877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17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2997099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18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35977056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7963" y="669925"/>
            <a:ext cx="6470650" cy="364013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defTabSz="966246">
              <a:defRPr/>
            </a:pPr>
            <a:fld id="{E5BBCCF6-F8A8-4C49-BF3D-CA1AA74CA975}" type="slidenum">
              <a:rPr lang="de-DE" sz="1100">
                <a:solidFill>
                  <a:srgbClr val="333333"/>
                </a:solidFill>
                <a:latin typeface="TheSans Swisscom Light"/>
              </a:rPr>
              <a:pPr algn="l" defTabSz="966246">
                <a:defRPr/>
              </a:pPr>
              <a:t>19</a:t>
            </a:fld>
            <a:endParaRPr lang="de-DE" sz="1100" dirty="0">
              <a:solidFill>
                <a:srgbClr val="333333"/>
              </a:solidFill>
              <a:latin typeface="TheSans Swisscom Light"/>
            </a:endParaRPr>
          </a:p>
        </p:txBody>
      </p:sp>
    </p:spTree>
    <p:extLst>
      <p:ext uri="{BB962C8B-B14F-4D97-AF65-F5344CB8AC3E}">
        <p14:creationId xmlns:p14="http://schemas.microsoft.com/office/powerpoint/2010/main" val="2501913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E2DB4D-1880-49F1-472D-CB9504F82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2463A6-FF3F-579E-D63E-2158DE3AC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4F056D-E3BA-9F2A-EDA6-ABE7EC5A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D51AE6-97C7-1A91-10C3-E7801D2C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9D5816-33DE-B294-FADE-1F823133E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7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FB7E9-4F7A-06E2-D7BD-5D48274C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EBAD04-5140-D9C0-F10C-B7ED939F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1D00C2-D89D-4466-5002-3D81FD1E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C314D-A5EB-CFB3-CF71-F03B3815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AD0832-F596-3866-AFE7-D5906D4D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1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01361-B632-8154-C470-CDAD852D2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594706-93D8-A8B0-EE27-AD5E8A933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DD1DAC-AF65-84FA-FDF3-4F66B861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F8993C-B676-DC24-D5FE-0597D644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8BA311-920E-5859-EFBF-AB323B2A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4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AF29D-4682-2801-2C2C-57DD2DB2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112057-81A5-D7C9-1791-6A51EC98A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788273-DE3E-3CE5-9993-B4F33A53F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D7EF9F-5C65-6E48-AC37-5AD5241B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B583F9-E6D2-F34C-5F14-7E91FD356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80E186-5BCB-E687-563A-D7E2BF32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5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33FA1-1B76-6377-8556-B7BB01221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A2F00C-A3A9-B1BE-3174-906876CCB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9E1724-7931-7B67-B118-E1A4170DC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41CBC4C-DFEF-2645-2E7B-123BD6C7D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786C0F8-E335-1E6C-81F5-D2EFFE875F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3BB75C5-3709-07B2-A280-69B0530AE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A498DA5-0B13-3CB9-1D49-D808EAAF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DA0AB3-4B15-CD92-BFAE-F2A9E44D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1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41330-6F49-8A35-6AD1-BFF15B04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4B9BFA-B389-5B0C-0F17-186C2C926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5B438-6CC0-FC42-715C-5FD384E2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47C08A-286B-584C-6AE4-28002F26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5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1CA8C93-42A5-C5FA-9E5C-584E7C36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8B8DCA-A977-B820-F806-7B360769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5401FE-1631-2BAF-9F00-F4AE10A4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6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F1622F-280A-34C4-B538-AC77841F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E6F011-9452-1A69-F4D1-356C4D3E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3A8506-FBF5-91E1-7397-510978EED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645CEE-7BBB-E87C-1DC0-7C1F2646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8A6799-D729-87E1-2F2D-7D9F2BE2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38CC7C-7C81-D4D8-F894-E0E48C4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1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22E4CA-24D7-8067-0672-2A7731CB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B34B1F5-62DD-5876-EF73-6934C3318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3A795C-C3C6-EE19-9610-B030A48D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EF4C7F-71AA-C4C0-4FDE-FC3FB84E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93B4F6-AB7D-77CA-0CB4-C19258B55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17F430-A903-B8FA-1FE9-85E4ADF2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3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28B4C-99B4-79CD-DF5E-2BDE484A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A9B81A-D4BB-44C8-6E31-195579A8C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B6107D-1F87-6B38-FAE8-588F8594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443009-A48A-6B8D-A718-03A61573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FFDFB-9D9D-5797-CDF7-B675F892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41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E811CF-B015-1CD5-D290-85F7FEA2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0CDF1C1-5207-EF4F-DE3D-9C46147D4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2AB2F7-7264-AC66-CE96-7E9C1B1E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F5CA0E-2587-C989-8912-1ABBD1C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447024-7225-B012-071B-3063ABCE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3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CAA1A37-9204-4A25-9054-31917E425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CH" dirty="0"/>
              <a:t>Um ein Bild einzufügen, markieren Sie bitte den Bildplatzhalter und setzen </a:t>
            </a:r>
            <a:br>
              <a:rPr lang="de-CH" dirty="0"/>
            </a:br>
            <a:r>
              <a:rPr lang="de-CH" dirty="0"/>
              <a:t>Sie ihn mit Hilfe der rechten Maustaste in den Vordergrund. Durch ein Klick auf das Icon können Sie nun ein Bild einsetzen. </a:t>
            </a:r>
            <a:br>
              <a:rPr lang="de-CH" dirty="0"/>
            </a:br>
            <a:br>
              <a:rPr lang="de-CH" dirty="0"/>
            </a:br>
            <a:r>
              <a:rPr lang="de-CH" dirty="0"/>
              <a:t>Betätigen Sie danach die Zurücksetz-Schaltfläche auf dem Start Menüreiter.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/>
              <a:t>Titel der Präsentation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3843B-397A-4AF2-BA72-5D7D093BB5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3432168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en-GB" dirty="0"/>
              <a:t>Author, Date, Presentation title,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en-GB" smtClean="0"/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1108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CAA1A37-9204-4A25-9054-31917E425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CH" dirty="0"/>
              <a:t>Um ein Bild einzufügen, markieren Sie bitte den Bildplatzhalter und setzen </a:t>
            </a:r>
            <a:br>
              <a:rPr lang="de-CH" dirty="0"/>
            </a:br>
            <a:r>
              <a:rPr lang="de-CH" dirty="0"/>
              <a:t>Sie ihn mit Hilfe der rechten Maustaste in den Vordergrund. Durch ein Klick auf das Icon können Sie nun ein Bild einsetzen. </a:t>
            </a:r>
            <a:br>
              <a:rPr lang="de-CH" dirty="0"/>
            </a:br>
            <a:br>
              <a:rPr lang="de-CH" dirty="0"/>
            </a:br>
            <a:r>
              <a:rPr lang="de-CH" dirty="0"/>
              <a:t>Betätigen Sie danach die Zurücksetz-Schaltfläche auf dem Start Menüreiter.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/>
              <a:t>Titel der Präsentation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13843B-397A-4AF2-BA72-5D7D093BB5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3501469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Picture | Neg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AD34517-CBDF-6842-9CB8-AD74FB885E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CH" dirty="0"/>
              <a:t>Um ein Bild einzufügen, markieren Sie bitte den Bildplatzhalter und setzen </a:t>
            </a:r>
            <a:br>
              <a:rPr lang="de-CH" dirty="0"/>
            </a:br>
            <a:r>
              <a:rPr lang="de-CH" dirty="0"/>
              <a:t>Sie ihn mit Hilfe der rechten Maustaste in den Vordergrund. Durch ein Klick auf das Icon können Sie nun ein Bild einsetzen. </a:t>
            </a:r>
            <a:br>
              <a:rPr lang="de-CH" dirty="0"/>
            </a:br>
            <a:br>
              <a:rPr lang="de-CH" dirty="0"/>
            </a:br>
            <a:r>
              <a:rPr lang="de-CH" dirty="0"/>
              <a:t>Betätigen Sie danach die Zurücksetz-Schaltfläche auf dem Start Menüreiter.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B7AA768-3EFA-9E49-8B08-862400B248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2026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CH"/>
              <a:t>Um ein Bild einzufügen, markieren Sie bitte den Bildplatzhalter und setzen </a:t>
            </a:r>
            <a:br>
              <a:rPr lang="de-CH"/>
            </a:br>
            <a:r>
              <a:rPr lang="de-CH"/>
              <a:t>Sie ihn mit Hilfe der rechten Maustaste in den Vordergrund. Durch ein Klick auf das Icon können Sie nun ein Bild einsetzen. </a:t>
            </a:r>
            <a:br>
              <a:rPr lang="de-CH"/>
            </a:br>
            <a:br>
              <a:rPr lang="de-CH"/>
            </a:br>
            <a:r>
              <a:rPr lang="de-CH"/>
              <a:t>Betätigen Sie danach die Zurücksetz-Schaltfläche auf dem Start Menüreiter.</a:t>
            </a:r>
            <a:endParaRPr lang="de-CH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DB9E957-3F55-4CEB-ABFA-916F4BB161AA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900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CH"/>
              <a:t>Titel der Präsentation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000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2FBF00-184A-445D-86C9-C33582C676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03D8CB2-41CB-4CCC-B703-F61C7EC5C9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Sicherheitsklassifizierung | C2 internal</a:t>
            </a:r>
          </a:p>
        </p:txBody>
      </p:sp>
    </p:spTree>
    <p:extLst>
      <p:ext uri="{BB962C8B-B14F-4D97-AF65-F5344CB8AC3E}">
        <p14:creationId xmlns:p14="http://schemas.microsoft.com/office/powerpoint/2010/main" val="626477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8AD34517-CBDF-6842-9CB8-AD74FB885E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solidFill>
            <a:srgbClr val="DDE3E7"/>
          </a:solidFill>
        </p:spPr>
        <p:txBody>
          <a:bodyPr lIns="9432000" rIns="50400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CH" dirty="0"/>
              <a:t>Um ein Bild einzufügen, markieren Sie bitte den Bildplatzhalter und setzen </a:t>
            </a:r>
            <a:br>
              <a:rPr lang="de-CH" dirty="0"/>
            </a:br>
            <a:r>
              <a:rPr lang="de-CH" dirty="0"/>
              <a:t>Sie ihn mit Hilfe der rechten Maustaste in den Vordergrund. Durch ein Klick auf das Icon können Sie nun ein Bild einsetzen. </a:t>
            </a:r>
            <a:br>
              <a:rPr lang="de-CH" dirty="0"/>
            </a:br>
            <a:br>
              <a:rPr lang="de-CH" dirty="0"/>
            </a:br>
            <a:r>
              <a:rPr lang="de-CH" dirty="0"/>
              <a:t>Betätigen Sie danach die Zurücksetz-Schaltfläche auf dem Start Menüreiter.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B7AA768-3EFA-9E49-8B08-862400B248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605375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199456" y="1484313"/>
            <a:ext cx="8208000" cy="2160711"/>
          </a:xfrm>
        </p:spPr>
        <p:txBody>
          <a:bodyPr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/>
              <a:t>Kapiteltrenner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200026" y="3717032"/>
            <a:ext cx="8208000" cy="1872208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05E948-0429-4BA5-BE6A-0FB567FE1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23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Lightass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8">
            <a:extLst>
              <a:ext uri="{FF2B5EF4-FFF2-40B4-BE49-F238E27FC236}">
                <a16:creationId xmlns:a16="http://schemas.microsoft.com/office/drawing/2014/main" id="{A5D06466-37E8-A541-BD44-51D13553A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" b="51"/>
          <a:stretch/>
        </p:blipFill>
        <p:spPr>
          <a:xfrm>
            <a:off x="-10634" y="-23915"/>
            <a:ext cx="12202634" cy="688791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86059A4-B4DD-7841-85DA-EC324B6ACC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352" y="367172"/>
            <a:ext cx="342900" cy="4699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4DA4C0F-BD57-42EC-AEC7-91D38369F6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F91B52-A72B-2D43-8B52-083430A825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4D16CCE-5E8D-E542-BAF5-C79E8EE12E5C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285779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ass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8">
            <a:extLst>
              <a:ext uri="{FF2B5EF4-FFF2-40B4-BE49-F238E27FC236}">
                <a16:creationId xmlns:a16="http://schemas.microsoft.com/office/drawing/2014/main" id="{CE7B1563-5D62-2B4A-A285-6201DD473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14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B7AA768-3EFA-9E49-8B08-862400B248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257952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Lightass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8">
            <a:extLst>
              <a:ext uri="{FF2B5EF4-FFF2-40B4-BE49-F238E27FC236}">
                <a16:creationId xmlns:a16="http://schemas.microsoft.com/office/drawing/2014/main" id="{A5D06466-37E8-A541-BD44-51D13553A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 r="174"/>
          <a:stretch/>
        </p:blipFill>
        <p:spPr>
          <a:xfrm>
            <a:off x="0" y="0"/>
            <a:ext cx="12192000" cy="686400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86059A4-B4DD-7841-85DA-EC324B6ACC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352" y="367172"/>
            <a:ext cx="342900" cy="4699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4DA4C0F-BD57-42EC-AEC7-91D38369F6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CF91B52-A72B-2D43-8B52-083430A825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4D16CCE-5E8D-E542-BAF5-C79E8EE12E5C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03688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ass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8">
            <a:extLst>
              <a:ext uri="{FF2B5EF4-FFF2-40B4-BE49-F238E27FC236}">
                <a16:creationId xmlns:a16="http://schemas.microsoft.com/office/drawing/2014/main" id="{CE7B1563-5D62-2B4A-A285-6201DD4732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 r="17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B7AA768-3EFA-9E49-8B08-862400B248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391316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Lightass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045BC056-A5FF-944B-91B3-103B063878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19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4DA4C0F-BD57-42EC-AEC7-91D38369F6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DDB53C2-D7F1-6A44-81AC-AAC78A0798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C9FAAF2-D889-8B40-B78C-D1900C733A0C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35135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ass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96D34CA-4052-454F-AD89-2E3F4B55D2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19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3EEDBB0-9128-0745-8585-ABFDE1693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56058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Lightasse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89EE3C3C-8F56-8E47-A304-1C268A319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3" r="11504" b="7600"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4DA4C0F-BD57-42EC-AEC7-91D38369F6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DB1AB62-FCF2-E74E-8D02-C1398574F2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0DBD0D-21B1-2C49-8278-65DF027AACD6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57834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asse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9ACD3B24-6CC5-2645-BCB3-59734B682F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909C870-C0FE-264C-BE07-F0C1629595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</p:spTree>
    <p:extLst>
      <p:ext uri="{BB962C8B-B14F-4D97-AF65-F5344CB8AC3E}">
        <p14:creationId xmlns:p14="http://schemas.microsoft.com/office/powerpoint/2010/main" val="20993425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Lightasse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89EE3C3C-8F56-8E47-A304-1C268A319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1199456" y="333375"/>
            <a:ext cx="8208000" cy="3238922"/>
          </a:xfrm>
        </p:spPr>
        <p:txBody>
          <a:bodyPr tIns="0" bIns="0" anchor="b"/>
          <a:lstStyle>
            <a:lvl1pPr algn="l">
              <a:lnSpc>
                <a:spcPct val="90000"/>
              </a:lnSpc>
              <a:defRPr sz="6600" b="1" i="0" spc="-1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Titel der Präsentation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1199456" y="3716313"/>
            <a:ext cx="8208912" cy="720000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de-CH" dirty="0"/>
              <a:t>Untertitel der Präsentation</a:t>
            </a:r>
          </a:p>
          <a:p>
            <a:pPr lvl="1"/>
            <a:r>
              <a:rPr lang="de-CH" dirty="0"/>
              <a:t>Zweite Ebene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4DA4C0F-BD57-42EC-AEC7-91D38369F6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9456" y="5697252"/>
            <a:ext cx="8208912" cy="684076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bg2"/>
                </a:solidFill>
              </a:defRPr>
            </a:lvl9pPr>
          </a:lstStyle>
          <a:p>
            <a:pPr lvl="0"/>
            <a:r>
              <a:rPr lang="de-CH" dirty="0"/>
              <a:t>C2 General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94A9891-677A-6143-97DE-B0B38B5C55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38FD94-6BD4-3945-A850-AF5C075D628C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263352" y="5120522"/>
            <a:ext cx="234000" cy="1260806"/>
          </a:xfr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71811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| Lightasse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9ACD3B24-6CC5-2645-BCB3-59734B682F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1484313"/>
            <a:ext cx="8208000" cy="2160711"/>
          </a:xfrm>
        </p:spPr>
        <p:txBody>
          <a:bodyPr lIns="0" tIns="0" bIns="50400" anchor="b"/>
          <a:lstStyle>
            <a:lvl1pPr>
              <a:lnSpc>
                <a:spcPct val="90000"/>
              </a:lnSpc>
              <a:defRPr sz="4400" b="1" spc="-5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CH" dirty="0"/>
              <a:t>Kapiteltrenner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black">
          <a:xfrm>
            <a:off x="1200026" y="3717032"/>
            <a:ext cx="8208000" cy="1872556"/>
          </a:xfr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 b="0" spc="-50" baseline="0">
                <a:solidFill>
                  <a:schemeClr val="bg2"/>
                </a:solidFill>
                <a:latin typeface="+mn-lt"/>
              </a:defRPr>
            </a:lvl9pPr>
          </a:lstStyle>
          <a:p>
            <a:pPr lvl="0"/>
            <a:r>
              <a:rPr lang="de-CH" dirty="0"/>
              <a:t>Optionale Kurzbeschreibung des aktuellen Kapitels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C8B5DE3-DB4C-0743-A9A3-DC19106158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5600" y="360000"/>
            <a:ext cx="342000" cy="460800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 rot="16200000">
            <a:off x="-1645334" y="3392999"/>
            <a:ext cx="4105278" cy="2879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</p:spTree>
    <p:extLst>
      <p:ext uri="{BB962C8B-B14F-4D97-AF65-F5344CB8AC3E}">
        <p14:creationId xmlns:p14="http://schemas.microsoft.com/office/powerpoint/2010/main" val="32851487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105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790758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>
          <a:xfrm rot="16200000">
            <a:off x="-1645334" y="3392999"/>
            <a:ext cx="4105278" cy="287903"/>
          </a:xfrm>
        </p:spPr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6772B1F-B86A-452C-8BEE-2355B59EA550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black">
          <a:xfrm>
            <a:off x="6600056" y="1484784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95007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  <p15:guide id="2" pos="4158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ing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1483940"/>
            <a:ext cx="5112000" cy="489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32656"/>
            <a:ext cx="5112000" cy="720000"/>
          </a:xfrm>
        </p:spPr>
        <p:txBody>
          <a:bodyPr tIns="28800"/>
          <a:lstStyle>
            <a:lvl1pPr>
              <a:defRPr/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09E298D1-1B8A-48BA-B429-C8DD2EAF64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600825" y="0"/>
            <a:ext cx="5591175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de-CH"/>
              <a:t>Bild durch Klick </a:t>
            </a:r>
            <a:br>
              <a:rPr lang="de-CH"/>
            </a:br>
            <a:r>
              <a:rPr lang="de-CH"/>
              <a:t>auf das Icon einfügen.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4172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5" y="3716610"/>
            <a:ext cx="105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6" y="2348880"/>
            <a:ext cx="10512000" cy="1224136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485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orient="horz" pos="234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11994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 marL="1260000" indent="0">
              <a:buNone/>
              <a:defRPr sz="2000"/>
            </a:lvl9pPr>
          </a:lstStyle>
          <a:p>
            <a:pPr lvl="0"/>
            <a:r>
              <a:rPr lang="de-CH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8"/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8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61ED10A-0495-4A89-BA52-79C00234B56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6600825" y="0"/>
            <a:ext cx="5591175" cy="685800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91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3976">
          <p15:clr>
            <a:srgbClr val="547EBF"/>
          </p15:clr>
        </p15:guide>
        <p15:guide id="3" pos="4158">
          <p15:clr>
            <a:srgbClr val="547EBF"/>
          </p15:clr>
        </p15:guide>
        <p15:guide id="4" orient="horz" pos="2331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|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FF2B5EF4-FFF2-40B4-BE49-F238E27FC236}">
                <a16:creationId xmlns:a16="http://schemas.microsoft.com/office/drawing/2014/main" id="{2E310726-F0F9-435D-B724-F278EC7290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199456" y="0"/>
            <a:ext cx="4536504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de-CH"/>
              <a:t>Bild durch Klick </a:t>
            </a:r>
            <a:br>
              <a:rPr lang="de-CH"/>
            </a:br>
            <a:r>
              <a:rPr lang="de-CH"/>
              <a:t>auf das Icon einfügen.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600056" y="3716610"/>
            <a:ext cx="5112000" cy="266514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CH" dirty="0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6600057" y="2348880"/>
            <a:ext cx="5112000" cy="1223714"/>
          </a:xfrm>
        </p:spPr>
        <p:txBody>
          <a:bodyPr bIns="28800" anchor="b"/>
          <a:lstStyle>
            <a:lvl1pPr>
              <a:lnSpc>
                <a:spcPct val="90000"/>
              </a:lnSpc>
              <a:defRPr sz="3200" spc="-50" baseline="0">
                <a:latin typeface="+mj-lt"/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27732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4158">
          <p15:clr>
            <a:srgbClr val="547EBF"/>
          </p15:clr>
        </p15:guide>
        <p15:guide id="3" pos="3613">
          <p15:clr>
            <a:srgbClr val="547EBF"/>
          </p15:clr>
        </p15:guide>
        <p15:guide id="4" orient="horz" pos="2341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solidFill>
            <a:srgbClr val="DDE3E7"/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de-CH"/>
              <a:t>Bild durch Klick </a:t>
            </a:r>
            <a:br>
              <a:rPr lang="de-CH"/>
            </a:br>
            <a:r>
              <a:rPr lang="de-CH"/>
              <a:t>auf das Icon einfügen.</a:t>
            </a:r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C7B15AF-35F6-4342-BFFD-60CEF2991A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55600" y="360000"/>
            <a:ext cx="342000" cy="4608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 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0A1EC-77F3-4323-93F3-DA7A757DE2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199456" y="3933056"/>
            <a:ext cx="5183882" cy="1656000"/>
          </a:xfrm>
        </p:spPr>
        <p:txBody>
          <a:bodyPr tIns="0"/>
          <a:lstStyle>
            <a:lvl1pPr>
              <a:lnSpc>
                <a:spcPct val="90000"/>
              </a:lnSpc>
              <a:defRPr sz="3200"/>
            </a:lvl1pPr>
          </a:lstStyle>
          <a:p>
            <a:pPr lvl="0"/>
            <a:r>
              <a:rPr lang="de-CH"/>
              <a:t>Text durch Klicken </a:t>
            </a:r>
            <a:br>
              <a:rPr lang="de-CH"/>
            </a:br>
            <a:r>
              <a:rPr lang="de-CH"/>
              <a:t>bearbeiten.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70978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55EC86-A2B6-BD4E-91EE-E656826003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200" cy="6850800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5D46F054-5B83-4656-A174-AFA2194CAC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200024" y="1484313"/>
            <a:ext cx="5112000" cy="4897437"/>
          </a:xfrm>
        </p:spPr>
        <p:txBody>
          <a:bodyPr lIns="21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97828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6BEA9E-AA8A-4009-9F77-9A844B1639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199456" y="1484313"/>
            <a:ext cx="5112000" cy="48974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8744BB-555F-45E2-92B2-3298A462DB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3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6">
          <p15:clr>
            <a:srgbClr val="547EB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5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56199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E6DB4-7ADC-4B55-8AD8-3BA360268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F3D12-0829-4466-A8F8-35405B4F1E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94C8E0-E39E-40CF-9F7E-CFC728D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45144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72BFDC-25B3-4B53-8F94-0FA71FB9C711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3333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15E00E-D6FB-4E33-8601-E8BA89784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442036-1C04-47BC-98AD-23710B5C32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60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Light Navy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A1CD01C6-4EDD-D547-A4DB-BCEC6443E6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E6DB4-7ADC-4B55-8AD8-3BA360268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F3D12-0829-4466-A8F8-35405B4F1E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94C8E0-E39E-40CF-9F7E-CFC728D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7386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|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7267995A-A33F-D146-B6F6-C58603CA24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E6DB4-7ADC-4B55-8AD8-3BA360268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9F3D12-0829-4466-A8F8-35405B4F1E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94C8E0-E39E-40CF-9F7E-CFC728DE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497490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88873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33AC58-E8FB-FD5B-EE7F-0410F853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E1CDB8-4487-796D-C79D-998620F22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1D2DF4-161C-C668-D009-668EA7570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3A01E-A3C4-41EA-8F19-D3592F5A1C91}" type="datetimeFigureOut">
              <a:rPr lang="en-US" smtClean="0"/>
              <a:t>11/9/2023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DF61A9-65EC-8E42-A718-5794AC29A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091C7C-4DBE-EF1D-2515-DD252DEAE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0D491-F96D-47BF-A810-AFBCF34F8DE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3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black">
          <a:xfrm>
            <a:off x="1200150" y="332656"/>
            <a:ext cx="10512000" cy="720000"/>
          </a:xfrm>
          <a:prstGeom prst="rect">
            <a:avLst/>
          </a:prstGeom>
        </p:spPr>
        <p:txBody>
          <a:bodyPr vert="horz" lIns="0" tIns="28800" rIns="0" bIns="0" rtlCol="0" anchor="t">
            <a:noAutofit/>
          </a:bodyPr>
          <a:lstStyle/>
          <a:p>
            <a:r>
              <a:rPr lang="de-CH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1200150" y="1484015"/>
            <a:ext cx="10512000" cy="4897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/>
              <a:t>Text durch Klicken bearbeiten. Nutzen Sie die Buttons „Listenebene erhöhen/verringern“ auf dem Register Start, um zwischen den eingerichteten Textebenen zu wechseln.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  <a:p>
            <a:pPr lvl="7"/>
            <a:r>
              <a:rPr lang="de-CH"/>
              <a:t>Achte Ebene</a:t>
            </a:r>
          </a:p>
          <a:p>
            <a:pPr lvl="8"/>
            <a:r>
              <a:rPr lang="de-CH"/>
              <a:t>Neunte Ebene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black">
          <a:xfrm rot="16200000">
            <a:off x="-1645271" y="3392999"/>
            <a:ext cx="4105278" cy="2879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Ersteller, Datum, Dokumentenname, C2 General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black">
          <a:xfrm flipH="1">
            <a:off x="191344" y="6093336"/>
            <a:ext cx="432048" cy="360000"/>
          </a:xfrm>
          <a:prstGeom prst="rect">
            <a:avLst/>
          </a:prstGeom>
        </p:spPr>
        <p:txBody>
          <a:bodyPr vert="horz" lIns="0" tIns="0" rIns="0" bIns="14400" rtlCol="0" anchor="b">
            <a:noAutofit/>
          </a:bodyPr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5EAD1F8-D385-4F7B-B8F3-539267025C3B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255600" y="360000"/>
            <a:ext cx="342000" cy="462162"/>
          </a:xfrm>
          <a:prstGeom prst="rect">
            <a:avLst/>
          </a:prstGeom>
        </p:spPr>
      </p:pic>
      <p:grpSp>
        <p:nvGrpSpPr>
          <p:cNvPr id="22" name="Gruppieren 24">
            <a:extLst>
              <a:ext uri="{FF2B5EF4-FFF2-40B4-BE49-F238E27FC236}">
                <a16:creationId xmlns:a16="http://schemas.microsoft.com/office/drawing/2014/main" id="{34616715-2230-4D18-B11F-0892999C3E9E}"/>
              </a:ext>
            </a:extLst>
          </p:cNvPr>
          <p:cNvGrpSpPr/>
          <p:nvPr userDrawn="1"/>
        </p:nvGrpSpPr>
        <p:grpSpPr bwMode="gray">
          <a:xfrm>
            <a:off x="-168688" y="404664"/>
            <a:ext cx="72000" cy="5976664"/>
            <a:chOff x="-456728" y="404664"/>
            <a:chExt cx="216000" cy="5976664"/>
          </a:xfrm>
        </p:grpSpPr>
        <p:cxnSp>
          <p:nvCxnSpPr>
            <p:cNvPr id="26" name="Gerader Verbinder 22">
              <a:extLst>
                <a:ext uri="{FF2B5EF4-FFF2-40B4-BE49-F238E27FC236}">
                  <a16:creationId xmlns:a16="http://schemas.microsoft.com/office/drawing/2014/main" id="{BADCE3B3-C67C-4479-B25A-BB73A93FCAC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40466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3">
              <a:extLst>
                <a:ext uri="{FF2B5EF4-FFF2-40B4-BE49-F238E27FC236}">
                  <a16:creationId xmlns:a16="http://schemas.microsoft.com/office/drawing/2014/main" id="{A2411F64-AFA2-4D54-B948-CACBB9F73133}"/>
                </a:ext>
              </a:extLst>
            </p:cNvPr>
            <p:cNvCxnSpPr/>
            <p:nvPr userDrawn="1"/>
          </p:nvCxnSpPr>
          <p:spPr bwMode="gray">
            <a:xfrm>
              <a:off x="-456728" y="6381328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2">
              <a:extLst>
                <a:ext uri="{FF2B5EF4-FFF2-40B4-BE49-F238E27FC236}">
                  <a16:creationId xmlns:a16="http://schemas.microsoft.com/office/drawing/2014/main" id="{8A1E9B1F-474D-4064-9DD2-A9561135659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-456728" y="1484784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0">
            <a:extLst>
              <a:ext uri="{FF2B5EF4-FFF2-40B4-BE49-F238E27FC236}">
                <a16:creationId xmlns:a16="http://schemas.microsoft.com/office/drawing/2014/main" id="{D86F7069-23BE-4CF9-90BB-7B9429005F9D}"/>
              </a:ext>
            </a:extLst>
          </p:cNvPr>
          <p:cNvGrpSpPr/>
          <p:nvPr userDrawn="1"/>
        </p:nvGrpSpPr>
        <p:grpSpPr bwMode="black">
          <a:xfrm>
            <a:off x="1199456" y="-171400"/>
            <a:ext cx="10513168" cy="72000"/>
            <a:chOff x="1199456" y="-243408"/>
            <a:chExt cx="10513168" cy="216000"/>
          </a:xfrm>
        </p:grpSpPr>
        <p:cxnSp>
          <p:nvCxnSpPr>
            <p:cNvPr id="31" name="Gerader Verbinder 12">
              <a:extLst>
                <a:ext uri="{FF2B5EF4-FFF2-40B4-BE49-F238E27FC236}">
                  <a16:creationId xmlns:a16="http://schemas.microsoft.com/office/drawing/2014/main" id="{498D72FE-3D74-49C5-8CF9-DA0115481CE7}"/>
                </a:ext>
              </a:extLst>
            </p:cNvPr>
            <p:cNvCxnSpPr/>
            <p:nvPr userDrawn="1"/>
          </p:nvCxnSpPr>
          <p:spPr bwMode="black">
            <a:xfrm>
              <a:off x="11994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13">
              <a:extLst>
                <a:ext uri="{FF2B5EF4-FFF2-40B4-BE49-F238E27FC236}">
                  <a16:creationId xmlns:a16="http://schemas.microsoft.com/office/drawing/2014/main" id="{917E7C58-6BCA-47A4-9FD3-D4F7BAE3F17D}"/>
                </a:ext>
              </a:extLst>
            </p:cNvPr>
            <p:cNvCxnSpPr/>
            <p:nvPr userDrawn="1"/>
          </p:nvCxnSpPr>
          <p:spPr bwMode="black">
            <a:xfrm>
              <a:off x="45118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14">
              <a:extLst>
                <a:ext uri="{FF2B5EF4-FFF2-40B4-BE49-F238E27FC236}">
                  <a16:creationId xmlns:a16="http://schemas.microsoft.com/office/drawing/2014/main" id="{C187A180-A169-4EB6-8D34-0AB6F8AC3B6A}"/>
                </a:ext>
              </a:extLst>
            </p:cNvPr>
            <p:cNvCxnSpPr/>
            <p:nvPr userDrawn="1"/>
          </p:nvCxnSpPr>
          <p:spPr bwMode="black">
            <a:xfrm>
              <a:off x="47998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15">
              <a:extLst>
                <a:ext uri="{FF2B5EF4-FFF2-40B4-BE49-F238E27FC236}">
                  <a16:creationId xmlns:a16="http://schemas.microsoft.com/office/drawing/2014/main" id="{6B8BA14C-61F7-4907-B5C3-DD2DCCFBC83E}"/>
                </a:ext>
              </a:extLst>
            </p:cNvPr>
            <p:cNvCxnSpPr/>
            <p:nvPr userDrawn="1"/>
          </p:nvCxnSpPr>
          <p:spPr bwMode="black">
            <a:xfrm>
              <a:off x="63120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16">
              <a:extLst>
                <a:ext uri="{FF2B5EF4-FFF2-40B4-BE49-F238E27FC236}">
                  <a16:creationId xmlns:a16="http://schemas.microsoft.com/office/drawing/2014/main" id="{2AD55AAC-F91A-48DA-B806-809F0248F0A4}"/>
                </a:ext>
              </a:extLst>
            </p:cNvPr>
            <p:cNvCxnSpPr/>
            <p:nvPr userDrawn="1"/>
          </p:nvCxnSpPr>
          <p:spPr bwMode="black">
            <a:xfrm>
              <a:off x="66000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17">
              <a:extLst>
                <a:ext uri="{FF2B5EF4-FFF2-40B4-BE49-F238E27FC236}">
                  <a16:creationId xmlns:a16="http://schemas.microsoft.com/office/drawing/2014/main" id="{7DFEA8B0-CE58-421B-BEAE-108C5DCCF6FD}"/>
                </a:ext>
              </a:extLst>
            </p:cNvPr>
            <p:cNvCxnSpPr/>
            <p:nvPr userDrawn="1"/>
          </p:nvCxnSpPr>
          <p:spPr bwMode="black">
            <a:xfrm>
              <a:off x="8112224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18">
              <a:extLst>
                <a:ext uri="{FF2B5EF4-FFF2-40B4-BE49-F238E27FC236}">
                  <a16:creationId xmlns:a16="http://schemas.microsoft.com/office/drawing/2014/main" id="{11E7B42D-83F7-43BA-B975-BA5A620DF230}"/>
                </a:ext>
              </a:extLst>
            </p:cNvPr>
            <p:cNvCxnSpPr/>
            <p:nvPr userDrawn="1"/>
          </p:nvCxnSpPr>
          <p:spPr bwMode="black">
            <a:xfrm>
              <a:off x="8400256" y="-243408"/>
              <a:ext cx="0" cy="216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19">
              <a:extLst>
                <a:ext uri="{FF2B5EF4-FFF2-40B4-BE49-F238E27FC236}">
                  <a16:creationId xmlns:a16="http://schemas.microsoft.com/office/drawing/2014/main" id="{639C70A6-FEB2-459A-B5C3-668F2B2CD706}"/>
                </a:ext>
              </a:extLst>
            </p:cNvPr>
            <p:cNvCxnSpPr/>
            <p:nvPr userDrawn="1"/>
          </p:nvCxnSpPr>
          <p:spPr bwMode="black">
            <a:xfrm>
              <a:off x="117126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13">
              <a:extLst>
                <a:ext uri="{FF2B5EF4-FFF2-40B4-BE49-F238E27FC236}">
                  <a16:creationId xmlns:a16="http://schemas.microsoft.com/office/drawing/2014/main" id="{BDBA7992-EE35-4270-A00A-2CECE8F0358A}"/>
                </a:ext>
              </a:extLst>
            </p:cNvPr>
            <p:cNvCxnSpPr/>
            <p:nvPr userDrawn="1"/>
          </p:nvCxnSpPr>
          <p:spPr bwMode="black">
            <a:xfrm>
              <a:off x="36117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14">
              <a:extLst>
                <a:ext uri="{FF2B5EF4-FFF2-40B4-BE49-F238E27FC236}">
                  <a16:creationId xmlns:a16="http://schemas.microsoft.com/office/drawing/2014/main" id="{15AB0177-321E-464E-82D7-15A14AC072D4}"/>
                </a:ext>
              </a:extLst>
            </p:cNvPr>
            <p:cNvCxnSpPr/>
            <p:nvPr userDrawn="1"/>
          </p:nvCxnSpPr>
          <p:spPr bwMode="black">
            <a:xfrm>
              <a:off x="38997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17">
              <a:extLst>
                <a:ext uri="{FF2B5EF4-FFF2-40B4-BE49-F238E27FC236}">
                  <a16:creationId xmlns:a16="http://schemas.microsoft.com/office/drawing/2014/main" id="{0005E691-B2E6-4C9F-8583-53655958A68D}"/>
                </a:ext>
              </a:extLst>
            </p:cNvPr>
            <p:cNvCxnSpPr/>
            <p:nvPr userDrawn="1"/>
          </p:nvCxnSpPr>
          <p:spPr bwMode="black">
            <a:xfrm>
              <a:off x="9012324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18">
              <a:extLst>
                <a:ext uri="{FF2B5EF4-FFF2-40B4-BE49-F238E27FC236}">
                  <a16:creationId xmlns:a16="http://schemas.microsoft.com/office/drawing/2014/main" id="{630B6836-1230-414E-9FF2-D3D271CD80EC}"/>
                </a:ext>
              </a:extLst>
            </p:cNvPr>
            <p:cNvCxnSpPr/>
            <p:nvPr userDrawn="1"/>
          </p:nvCxnSpPr>
          <p:spPr bwMode="black">
            <a:xfrm>
              <a:off x="9300356" y="-243408"/>
              <a:ext cx="0" cy="216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208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200"/>
        </a:spcBef>
        <a:spcAft>
          <a:spcPts val="200"/>
        </a:spcAft>
        <a:buFont typeface="TheSans Swisscom Light" panose="020B030004030306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6">
          <p15:clr>
            <a:srgbClr val="547EBF"/>
          </p15:clr>
        </p15:guide>
        <p15:guide id="5" pos="7378">
          <p15:clr>
            <a:srgbClr val="547EBF"/>
          </p15:clr>
        </p15:guide>
        <p15:guide id="11" orient="horz" pos="4020">
          <p15:clr>
            <a:srgbClr val="547EBF"/>
          </p15:clr>
        </p15:guide>
        <p15:guide id="14" orient="horz" pos="935">
          <p15:clr>
            <a:srgbClr val="547EBF"/>
          </p15:clr>
        </p15:guide>
        <p15:guide id="15" orient="horz" pos="255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7" Type="http://schemas.openxmlformats.org/officeDocument/2006/relationships/image" Target="../media/image25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uthuveerappan-v.medium.com/serverless-hexagonal-architecture-python-79eb05477a09" TargetMode="External"/><Relationship Id="rId2" Type="http://schemas.openxmlformats.org/officeDocument/2006/relationships/hyperlink" Target="https://architectelevator.com/cloud/iac-architecture-as-code/#cloud-automation-isnt-about-infrastructure" TargetMode="External"/><Relationship Id="rId1" Type="http://schemas.openxmlformats.org/officeDocument/2006/relationships/slideLayout" Target="../slideLayouts/slideLayout29.xml"/><Relationship Id="rId4" Type="http://schemas.openxmlformats.org/officeDocument/2006/relationships/hyperlink" Target="https://serverlessland.com/content/guides/refactoring-serverless/introdu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5EDD45C7-2887-4577-8FE4-A34FFDA126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9D3DD-B586-405D-BF7B-22E8E79EE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und Event-Driven Architecture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2ED2BF-7B71-4061-81BF-3C0686B7D4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Roland Krummenacher, Swisscom B2B Cloud Advisory</a:t>
            </a:r>
          </a:p>
          <a:p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B32741-1D07-41AE-8EB3-8E631C86E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5D4F4A-F744-4551-8479-A5F0341281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/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907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7A6DA17-156A-4F5E-B81C-D64FF1E7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1070163-4E14-44DA-BB48-E6E0026E616A}"/>
              </a:ext>
            </a:extLst>
          </p:cNvPr>
          <p:cNvSpPr txBox="1">
            <a:spLocks/>
          </p:cNvSpPr>
          <p:nvPr/>
        </p:nvSpPr>
        <p:spPr bwMode="black">
          <a:xfrm>
            <a:off x="1200000" y="1484313"/>
            <a:ext cx="5112000" cy="2160687"/>
          </a:xfrm>
          <a:prstGeom prst="rect">
            <a:avLst/>
          </a:prstGeom>
        </p:spPr>
        <p:txBody>
          <a:bodyPr lIns="0" tIns="0" rIns="0" bIns="5040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4400" b="1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de-CH" dirty="0" err="1"/>
              <a:t>Pets</a:t>
            </a:r>
            <a:r>
              <a:rPr lang="de-CH" dirty="0"/>
              <a:t> vs. </a:t>
            </a:r>
            <a:r>
              <a:rPr lang="de-CH" dirty="0" err="1"/>
              <a:t>Cattle</a:t>
            </a:r>
            <a:endParaRPr lang="de-CH" dirty="0"/>
          </a:p>
        </p:txBody>
      </p:sp>
      <p:pic>
        <p:nvPicPr>
          <p:cNvPr id="2" name="Picture 2" descr="Top Tips for New Pet Owners - The Free Closet">
            <a:extLst>
              <a:ext uri="{FF2B5EF4-FFF2-40B4-BE49-F238E27FC236}">
                <a16:creationId xmlns:a16="http://schemas.microsoft.com/office/drawing/2014/main" id="{6666CC09-7E72-72FE-84E0-835FA684C1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8" b="2"/>
          <a:stretch/>
        </p:blipFill>
        <p:spPr bwMode="auto">
          <a:xfrm>
            <a:off x="6293933" y="339734"/>
            <a:ext cx="5540640" cy="299022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" name="Picture 4" descr="2.100+ Fotos, Bilder und lizenzfreie Bilder zu Viehtrieb - iStock |  Rinderherde, Cowboy, Schwarze rinder">
            <a:extLst>
              <a:ext uri="{FF2B5EF4-FFF2-40B4-BE49-F238E27FC236}">
                <a16:creationId xmlns:a16="http://schemas.microsoft.com/office/drawing/2014/main" id="{22173FDA-36AD-F776-A0BE-70A508A61F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75" b="2"/>
          <a:stretch/>
        </p:blipFill>
        <p:spPr bwMode="auto">
          <a:xfrm>
            <a:off x="6293934" y="3429001"/>
            <a:ext cx="5540639" cy="292735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482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F2AFDEA7-B1DB-4CAF-9397-B512D9F9A9D2}"/>
              </a:ext>
            </a:extLst>
          </p:cNvPr>
          <p:cNvSpPr/>
          <p:nvPr/>
        </p:nvSpPr>
        <p:spPr bwMode="gray">
          <a:xfrm>
            <a:off x="1201425" y="893"/>
            <a:ext cx="5109975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63BBF0-A22D-4385-B8D5-DB48C1DD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3</a:t>
            </a:fld>
            <a:endParaRPr lang="de-CH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A3C50C30-10E1-46B0-BB87-C6F40CAEC622}"/>
              </a:ext>
            </a:extLst>
          </p:cNvPr>
          <p:cNvGraphicFramePr/>
          <p:nvPr/>
        </p:nvGraphicFramePr>
        <p:xfrm>
          <a:off x="1200731" y="981318"/>
          <a:ext cx="5110669" cy="5399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itel 9">
            <a:extLst>
              <a:ext uri="{FF2B5EF4-FFF2-40B4-BE49-F238E27FC236}">
                <a16:creationId xmlns:a16="http://schemas.microsoft.com/office/drawing/2014/main" id="{CC62A198-10C8-4614-BC40-95C6E4B11BBA}"/>
              </a:ext>
            </a:extLst>
          </p:cNvPr>
          <p:cNvSpPr txBox="1">
            <a:spLocks/>
          </p:cNvSpPr>
          <p:nvPr/>
        </p:nvSpPr>
        <p:spPr bwMode="gray">
          <a:xfrm>
            <a:off x="2437245" y="2781345"/>
            <a:ext cx="2735592" cy="1367548"/>
          </a:xfrm>
          <a:prstGeom prst="rect">
            <a:avLst/>
          </a:prstGeom>
        </p:spPr>
        <p:txBody>
          <a:bodyPr vert="horz" lIns="0" tIns="28793" rIns="0" bIns="28793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998" dirty="0">
                <a:latin typeface="+mn-lt"/>
              </a:rPr>
              <a:t>44 %</a:t>
            </a:r>
            <a:r>
              <a:rPr lang="en-GB" sz="4399" dirty="0">
                <a:latin typeface="+mn-lt"/>
              </a:rPr>
              <a:t> </a:t>
            </a:r>
            <a:br>
              <a:rPr lang="en-GB" sz="4399" dirty="0">
                <a:latin typeface="+mn-lt"/>
              </a:rPr>
            </a:br>
            <a:r>
              <a:rPr lang="en-GB" sz="3199" b="0" dirty="0">
                <a:latin typeface="+mn-lt"/>
              </a:rPr>
              <a:t>not scaling</a:t>
            </a:r>
            <a:endParaRPr lang="en-GB" sz="4399" b="0" dirty="0">
              <a:latin typeface="+mn-l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21AB194-61A1-49AB-8017-4C311D827DF9}"/>
              </a:ext>
            </a:extLst>
          </p:cNvPr>
          <p:cNvSpPr txBox="1">
            <a:spLocks/>
          </p:cNvSpPr>
          <p:nvPr/>
        </p:nvSpPr>
        <p:spPr bwMode="black">
          <a:xfrm>
            <a:off x="6599869" y="1484820"/>
            <a:ext cx="5110419" cy="2088143"/>
          </a:xfrm>
          <a:prstGeom prst="rect">
            <a:avLst/>
          </a:prstGeom>
        </p:spPr>
        <p:txBody>
          <a:bodyPr lIns="0" tIns="28793" rIns="0" bIns="28793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GB" sz="3199" spc="-50" dirty="0"/>
              <a:t>Pets or Cattle</a:t>
            </a:r>
            <a:r>
              <a:rPr lang="de-CH" sz="3199" spc="-50" dirty="0"/>
              <a:t>?</a:t>
            </a:r>
            <a:endParaRPr lang="en-GB" sz="3199" spc="-5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19DD004C-80BD-43D9-AF13-02E69675AA7B}"/>
              </a:ext>
            </a:extLst>
          </p:cNvPr>
          <p:cNvSpPr txBox="1">
            <a:spLocks/>
          </p:cNvSpPr>
          <p:nvPr/>
        </p:nvSpPr>
        <p:spPr bwMode="black">
          <a:xfrm>
            <a:off x="6599869" y="3716535"/>
            <a:ext cx="5110419" cy="266444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04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92000" indent="-288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9" dirty="0">
                <a:solidFill>
                  <a:srgbClr val="374151"/>
                </a:solidFill>
                <a:latin typeface="Söhne"/>
              </a:rPr>
              <a:t>44% of the AKS Node Pools for a major Azure client are configured to operate without auto-scaling, meaning they maintain a fixed number of virtual machines running 24/7.</a:t>
            </a:r>
            <a:endParaRPr lang="de-CH" sz="1999" dirty="0"/>
          </a:p>
        </p:txBody>
      </p:sp>
    </p:spTree>
    <p:extLst>
      <p:ext uri="{BB962C8B-B14F-4D97-AF65-F5344CB8AC3E}">
        <p14:creationId xmlns:p14="http://schemas.microsoft.com/office/powerpoint/2010/main" val="352938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igure 5: Virtualization Abstractions for Cloud-Native Infrastructure">
            <a:extLst>
              <a:ext uri="{FF2B5EF4-FFF2-40B4-BE49-F238E27FC236}">
                <a16:creationId xmlns:a16="http://schemas.microsoft.com/office/drawing/2014/main" id="{C691E6F2-1048-DFC6-BD29-27C413500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54928" y="967342"/>
            <a:ext cx="6282144" cy="538693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90665C-8566-4537-9D7A-7F19909C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1344" y="6093336"/>
            <a:ext cx="432048" cy="360000"/>
          </a:xfrm>
        </p:spPr>
        <p:txBody>
          <a:bodyPr anchor="b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FF9B0DE-3FEB-4AA0-B465-B80EF7C1333D}" type="slidenum">
              <a:rPr kumimoji="0" lang="de-CH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CH" b="0" i="0" u="none" strike="noStrike" kern="1200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AFB593AF-0A82-44B6-929C-D79501B9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332656"/>
            <a:ext cx="10512000" cy="720000"/>
          </a:xfrm>
        </p:spPr>
        <p:txBody>
          <a:bodyPr anchor="t">
            <a:normAutofit/>
          </a:bodyPr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means</a:t>
            </a:r>
            <a:r>
              <a:rPr lang="de-CH" dirty="0"/>
              <a:t> </a:t>
            </a:r>
            <a:r>
              <a:rPr lang="de-CH" dirty="0" err="1"/>
              <a:t>rebuild</a:t>
            </a:r>
            <a:endParaRPr lang="de-CH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75C85A6-CDED-E3C6-E3D7-3AC28A8680BA}"/>
              </a:ext>
            </a:extLst>
          </p:cNvPr>
          <p:cNvSpPr/>
          <p:nvPr/>
        </p:nvSpPr>
        <p:spPr bwMode="gray">
          <a:xfrm>
            <a:off x="7043530" y="2312503"/>
            <a:ext cx="854766" cy="3266661"/>
          </a:xfrm>
          <a:prstGeom prst="rect">
            <a:avLst/>
          </a:prstGeom>
          <a:noFill/>
          <a:ln w="38100">
            <a:solidFill>
              <a:srgbClr val="A632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51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199455" y="332656"/>
            <a:ext cx="5112444" cy="720000"/>
          </a:xfrm>
        </p:spPr>
        <p:txBody>
          <a:bodyPr/>
          <a:lstStyle/>
          <a:p>
            <a:r>
              <a:rPr lang="en-US" dirty="0"/>
              <a:t>Serverless is more than just </a:t>
            </a:r>
            <a:r>
              <a:rPr lang="en-US" dirty="0" err="1"/>
              <a:t>FaaS</a:t>
            </a:r>
            <a:br>
              <a:rPr lang="en-US" dirty="0"/>
            </a:br>
            <a:endParaRPr lang="de-CH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FD3F2EA3-B466-4469-BCDA-F504E0D36D3B}"/>
              </a:ext>
            </a:extLst>
          </p:cNvPr>
          <p:cNvSpPr txBox="1">
            <a:spLocks/>
          </p:cNvSpPr>
          <p:nvPr/>
        </p:nvSpPr>
        <p:spPr bwMode="black">
          <a:xfrm>
            <a:off x="1199456" y="1483940"/>
            <a:ext cx="5112444" cy="48960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600" dirty="0">
                <a:solidFill>
                  <a:srgbClr val="161616"/>
                </a:solidFill>
                <a:latin typeface="inherit"/>
              </a:rPr>
              <a:t>Serverless is an </a:t>
            </a:r>
            <a:r>
              <a:rPr lang="en-US" sz="1600" b="1" dirty="0">
                <a:solidFill>
                  <a:srgbClr val="E61E64"/>
                </a:solidFill>
                <a:latin typeface="inherit"/>
              </a:rPr>
              <a:t>entire stack of services</a:t>
            </a:r>
            <a:r>
              <a:rPr lang="en-US" sz="1600" dirty="0">
                <a:solidFill>
                  <a:srgbClr val="E61E64"/>
                </a:solidFill>
                <a:latin typeface="inherit"/>
              </a:rPr>
              <a:t> </a:t>
            </a:r>
            <a:r>
              <a:rPr lang="en-US" sz="1600" dirty="0">
                <a:solidFill>
                  <a:srgbClr val="161616"/>
                </a:solidFill>
                <a:latin typeface="inherit"/>
              </a:rPr>
              <a:t>that can respond to specific events or requests, and </a:t>
            </a:r>
            <a:r>
              <a:rPr lang="en-US" sz="1600" b="1" dirty="0">
                <a:solidFill>
                  <a:srgbClr val="E61E64"/>
                </a:solidFill>
                <a:latin typeface="inherit"/>
              </a:rPr>
              <a:t>scale to zero </a:t>
            </a:r>
            <a:r>
              <a:rPr lang="en-US" sz="1600" dirty="0">
                <a:solidFill>
                  <a:srgbClr val="161616"/>
                </a:solidFill>
                <a:latin typeface="inherit"/>
              </a:rPr>
              <a:t>when no longer in use—and for which </a:t>
            </a:r>
            <a:r>
              <a:rPr lang="en-US" sz="1600" b="1" dirty="0">
                <a:solidFill>
                  <a:srgbClr val="E61E64"/>
                </a:solidFill>
                <a:latin typeface="inherit"/>
              </a:rPr>
              <a:t>provisioning, management and billing are handled by the cloud provider</a:t>
            </a:r>
            <a:r>
              <a:rPr lang="en-US" sz="1600" b="1" dirty="0">
                <a:solidFill>
                  <a:srgbClr val="161616"/>
                </a:solidFill>
                <a:latin typeface="inherit"/>
              </a:rPr>
              <a:t> </a:t>
            </a:r>
            <a:r>
              <a:rPr lang="en-US" sz="1600" dirty="0">
                <a:solidFill>
                  <a:srgbClr val="161616"/>
                </a:solidFill>
                <a:latin typeface="inherit"/>
              </a:rPr>
              <a:t>and invisible to developers.</a:t>
            </a:r>
            <a:endParaRPr lang="en-US" dirty="0">
              <a:solidFill>
                <a:srgbClr val="161616"/>
              </a:solidFill>
              <a:latin typeface="inherit"/>
            </a:endParaRPr>
          </a:p>
          <a:p>
            <a:pPr algn="l" fontAlgn="base"/>
            <a:r>
              <a:rPr lang="en-US" dirty="0">
                <a:solidFill>
                  <a:srgbClr val="161616"/>
                </a:solidFill>
                <a:latin typeface="inherit"/>
              </a:rPr>
              <a:t>Function-as-a-service, or </a:t>
            </a:r>
            <a:r>
              <a:rPr lang="en-US" dirty="0" err="1">
                <a:solidFill>
                  <a:srgbClr val="161616"/>
                </a:solidFill>
                <a:latin typeface="inherit"/>
              </a:rPr>
              <a:t>FaaS</a:t>
            </a:r>
            <a:r>
              <a:rPr lang="en-US" dirty="0">
                <a:solidFill>
                  <a:srgbClr val="161616"/>
                </a:solidFill>
                <a:latin typeface="inherit"/>
              </a:rPr>
              <a:t>, is a cloud computing service that enables developers to run code or containers in response to specific events or requests, without specifying or managing the infrastructure required to run to code.</a:t>
            </a:r>
          </a:p>
          <a:p>
            <a:pPr algn="l" fontAlgn="base"/>
            <a:r>
              <a:rPr lang="en-US" dirty="0" err="1">
                <a:solidFill>
                  <a:srgbClr val="161616"/>
                </a:solidFill>
                <a:latin typeface="inherit"/>
              </a:rPr>
              <a:t>FaaS</a:t>
            </a:r>
            <a:r>
              <a:rPr lang="en-US" dirty="0">
                <a:solidFill>
                  <a:srgbClr val="161616"/>
                </a:solidFill>
                <a:latin typeface="inherit"/>
              </a:rPr>
              <a:t> is the compute model central to serverless, and the two terms are often used interchangeably. </a:t>
            </a:r>
            <a:r>
              <a:rPr lang="en-US" b="1" dirty="0">
                <a:solidFill>
                  <a:srgbClr val="E61E64"/>
                </a:solidFill>
                <a:latin typeface="inherit"/>
              </a:rPr>
              <a:t>But serverless is much more than </a:t>
            </a:r>
            <a:r>
              <a:rPr lang="en-US" b="1" dirty="0" err="1">
                <a:solidFill>
                  <a:srgbClr val="E61E64"/>
                </a:solidFill>
                <a:latin typeface="inherit"/>
              </a:rPr>
              <a:t>FaaS</a:t>
            </a:r>
            <a:r>
              <a:rPr lang="en-US" b="1" dirty="0">
                <a:solidFill>
                  <a:srgbClr val="E61E64"/>
                </a:solidFill>
                <a:latin typeface="inherit"/>
              </a:rPr>
              <a:t>. </a:t>
            </a:r>
          </a:p>
          <a:p>
            <a:pPr algn="l" fontAlgn="base"/>
            <a:endParaRPr lang="en-US" dirty="0">
              <a:solidFill>
                <a:srgbClr val="E61E64"/>
              </a:solidFill>
              <a:latin typeface="inherit"/>
            </a:endParaRPr>
          </a:p>
          <a:p>
            <a:pPr algn="l" fontAlgn="base"/>
            <a:endParaRPr lang="en-US" dirty="0">
              <a:solidFill>
                <a:srgbClr val="E61E64"/>
              </a:solidFill>
              <a:latin typeface="inherit"/>
            </a:endParaRPr>
          </a:p>
          <a:p>
            <a:pPr algn="l" fontAlgn="base"/>
            <a:endParaRPr lang="en-US" dirty="0">
              <a:solidFill>
                <a:srgbClr val="E61E64"/>
              </a:solidFill>
              <a:latin typeface="inherit"/>
            </a:endParaRPr>
          </a:p>
          <a:p>
            <a:pPr algn="l" fontAlgn="base"/>
            <a:r>
              <a:rPr lang="en-US" sz="1000" dirty="0">
                <a:latin typeface="inherit"/>
              </a:rPr>
              <a:t>Source: https://www.ibm.com/topics/serverless</a:t>
            </a:r>
          </a:p>
          <a:p>
            <a:pPr algn="l" fontAlgn="base"/>
            <a:endParaRPr lang="en-US" sz="1000" dirty="0">
              <a:latin typeface="inherit"/>
            </a:endParaRPr>
          </a:p>
          <a:p>
            <a:pPr algn="l" fontAlgn="base"/>
            <a:endParaRPr lang="en-US" sz="1600" dirty="0">
              <a:solidFill>
                <a:srgbClr val="161616"/>
              </a:solidFill>
              <a:latin typeface="inheri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825" y="0"/>
            <a:ext cx="5591175" cy="6858000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83513" y="245922"/>
            <a:ext cx="4608000" cy="489675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Functions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Logic Apps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App Service (with Consumption Plan)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Cosmos DB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Event Grid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SQL Database Serverless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Amazon Ember"/>
              </a:rPr>
              <a:t>SignalR</a:t>
            </a: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 Service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Cognitive Services (some features can be used in a serverless manner)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Key Vault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Search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API Management (Consumption Tier)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Notification Hubs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IoT Hub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Machine Learning Service (in certain serverless configurations)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Container Instances (ACI)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Durable Functions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Stream Analytics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Cognitive Search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Data Lake Analytics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Data Factory (V2)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DevOps (Azure Pipelines)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Service Bus (Auto-Inflate feature for scaling)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</a:t>
            </a:r>
            <a:r>
              <a:rPr lang="en-US" sz="1100" b="0" i="0" dirty="0" err="1">
                <a:solidFill>
                  <a:srgbClr val="374151"/>
                </a:solidFill>
                <a:effectLst/>
                <a:latin typeface="Amazon Ember"/>
              </a:rPr>
              <a:t>WebJobs</a:t>
            </a:r>
            <a:endParaRPr lang="en-US" sz="1100" b="0" i="0" dirty="0">
              <a:solidFill>
                <a:srgbClr val="374151"/>
              </a:solidFill>
              <a:effectLst/>
              <a:latin typeface="Amazon Ember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App Configuration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Static Web Apps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b="0" i="0" dirty="0">
                <a:solidFill>
                  <a:srgbClr val="374151"/>
                </a:solidFill>
                <a:effectLst/>
                <a:latin typeface="Amazon Ember"/>
              </a:rPr>
              <a:t>Azure API Apps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100" dirty="0">
                <a:solidFill>
                  <a:srgbClr val="374151"/>
                </a:solidFill>
                <a:latin typeface="Amazon Ember"/>
              </a:rPr>
              <a:t>…</a:t>
            </a:r>
            <a:endParaRPr lang="en-US" sz="1100" b="0" i="0" dirty="0">
              <a:solidFill>
                <a:srgbClr val="374151"/>
              </a:solidFill>
              <a:effectLst/>
              <a:latin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202204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6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File upload and </a:t>
            </a:r>
            <a:r>
              <a:rPr lang="en-US"/>
              <a:t>document </a:t>
            </a:r>
            <a:r>
              <a:rPr lang="en-US" dirty="0"/>
              <a:t>processing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Real-time file processing for the healthcare scenario: The solution securely uploads patient records as PDF files. The solution then decomposes the data, by processes it using OCR detection, and it adds the data to a database for easy queries.</a:t>
            </a: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194FE6AA-7D78-D7BC-523E-61E896729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393" y="2342713"/>
            <a:ext cx="5688450" cy="213316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0BC8992-0649-5AAD-95B3-B9F9D7F44CEB}"/>
              </a:ext>
            </a:extLst>
          </p:cNvPr>
          <p:cNvSpPr txBox="1"/>
          <p:nvPr/>
        </p:nvSpPr>
        <p:spPr bwMode="gray">
          <a:xfrm>
            <a:off x="744843" y="6453336"/>
            <a:ext cx="56620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</a:t>
            </a:r>
            <a:r>
              <a:rPr lang="de-CH" sz="1000" dirty="0"/>
              <a:t>: </a:t>
            </a:r>
            <a:r>
              <a:rPr lang="en-US" sz="1000" dirty="0"/>
              <a:t>https://learn.microsoft.com/en-us/azure/architecture/serverless-quest/reference-architectures</a:t>
            </a:r>
          </a:p>
        </p:txBody>
      </p:sp>
    </p:spTree>
    <p:extLst>
      <p:ext uri="{BB962C8B-B14F-4D97-AF65-F5344CB8AC3E}">
        <p14:creationId xmlns:p14="http://schemas.microsoft.com/office/powerpoint/2010/main" val="16686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E55CC5-5DCF-0EFA-E82C-9D48B1F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>
              <a:defRPr/>
            </a:pPr>
            <a:fld id="{8FF9B0DE-3FEB-4AA0-B465-B80EF7C1333D}" type="slidenum">
              <a:rPr lang="en-GB" smtClean="0">
                <a:solidFill>
                  <a:srgbClr val="333333"/>
                </a:solidFill>
                <a:latin typeface="TheSans Swisscom Light"/>
              </a:rPr>
              <a:pPr defTabSz="914126">
                <a:defRPr/>
              </a:pPr>
              <a:t>7</a:t>
            </a:fld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C23E0B4-57D9-12F0-FE4E-BDB94921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Serverless scenario: </a:t>
            </a:r>
            <a:r>
              <a:rPr lang="en-US"/>
              <a:t>IoT</a:t>
            </a:r>
            <a:br>
              <a:rPr lang="de-CH"/>
            </a:br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578D074-3C52-5E06-240D-3D68C51B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079" y="916981"/>
            <a:ext cx="8912086" cy="583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34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&#10;        Reference architecture diagram showing how to use AWS IoT Core and MQTT5 to modernize your broker to gather, collect, and distribute data with your connected vehicle workloads.&#10;      ">
            <a:extLst>
              <a:ext uri="{FF2B5EF4-FFF2-40B4-BE49-F238E27FC236}">
                <a16:creationId xmlns:a16="http://schemas.microsoft.com/office/drawing/2014/main" id="{0B54CBC9-F7C8-2D55-A9CA-6A78CEF236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3878" y="949001"/>
            <a:ext cx="8941207" cy="543178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E55CC5-5DCF-0EFA-E82C-9D48B1F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1344" y="6093336"/>
            <a:ext cx="432048" cy="360000"/>
          </a:xfrm>
        </p:spPr>
        <p:txBody>
          <a:bodyPr anchor="b">
            <a:normAutofit/>
          </a:bodyPr>
          <a:lstStyle/>
          <a:p>
            <a:pPr defTabSz="914126">
              <a:spcAft>
                <a:spcPts val="600"/>
              </a:spcAft>
              <a:defRPr/>
            </a:pPr>
            <a:fld id="{8FF9B0DE-3FEB-4AA0-B465-B80EF7C1333D}" type="slidenum">
              <a:rPr lang="en-GB" smtClean="0"/>
              <a:pPr defTabSz="914126">
                <a:spcAft>
                  <a:spcPts val="600"/>
                </a:spcAft>
                <a:defRPr/>
              </a:pPr>
              <a:t>8</a:t>
            </a:fld>
            <a:endParaRPr lang="en-GB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C23E0B4-57D9-12F0-FE4E-BDB94921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332656"/>
            <a:ext cx="10512000" cy="7200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AWS Connected Vehicle – Reference Architecture</a:t>
            </a:r>
            <a:endParaRPr lang="de-CH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4F05F55-63C9-F640-FB1A-FC035630B6DF}"/>
              </a:ext>
            </a:extLst>
          </p:cNvPr>
          <p:cNvSpPr txBox="1"/>
          <p:nvPr/>
        </p:nvSpPr>
        <p:spPr bwMode="gray">
          <a:xfrm>
            <a:off x="5459896" y="6566691"/>
            <a:ext cx="67321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 dirty="0"/>
              <a:t>Source: https://docs.aws.amazon.com/architecture-diagrams/latest/aws-connected-vehicle/aws-connected-vehicle.html</a:t>
            </a:r>
          </a:p>
        </p:txBody>
      </p:sp>
    </p:spTree>
    <p:extLst>
      <p:ext uri="{BB962C8B-B14F-4D97-AF65-F5344CB8AC3E}">
        <p14:creationId xmlns:p14="http://schemas.microsoft.com/office/powerpoint/2010/main" val="147039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E55CC5-5DCF-0EFA-E82C-9D48B1F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>
              <a:defRPr/>
            </a:pPr>
            <a:fld id="{8FF9B0DE-3FEB-4AA0-B465-B80EF7C1333D}" type="slidenum">
              <a:rPr lang="en-GB" smtClean="0">
                <a:solidFill>
                  <a:srgbClr val="333333"/>
                </a:solidFill>
                <a:latin typeface="TheSans Swisscom Light"/>
              </a:rPr>
              <a:pPr defTabSz="914126">
                <a:defRPr/>
              </a:pPr>
              <a:t>9</a:t>
            </a:fld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C23E0B4-57D9-12F0-FE4E-BDB94921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Serverless scenario: </a:t>
            </a:r>
            <a:r>
              <a:rPr lang="en-US"/>
              <a:t>IoT</a:t>
            </a:r>
            <a:br>
              <a:rPr lang="de-CH"/>
            </a:br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578D074-3C52-5E06-240D-3D68C51B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079" y="916981"/>
            <a:ext cx="8912086" cy="583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4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2BB35011-929E-4947-9C9B-A6EAF2095C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2BB35011-929E-4947-9C9B-A6EAF2095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 hidden="1">
            <a:extLst>
              <a:ext uri="{FF2B5EF4-FFF2-40B4-BE49-F238E27FC236}">
                <a16:creationId xmlns:a16="http://schemas.microsoft.com/office/drawing/2014/main" id="{8635F890-F3AE-40A2-97B2-05B8D09DD9DE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29C6E-A622-413C-9713-77B57077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t>10</a:t>
            </a:fld>
            <a:endParaRPr lang="de-CH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FAADD5-04DB-4C4C-8A5D-2F921F98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5" y="332656"/>
            <a:ext cx="5459762" cy="720000"/>
          </a:xfrm>
        </p:spPr>
        <p:txBody>
          <a:bodyPr/>
          <a:lstStyle/>
          <a:p>
            <a:r>
              <a:rPr lang="en-GB" dirty="0"/>
              <a:t>Challenges and solution approaches</a:t>
            </a:r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EE95DA9E-D0EF-4805-B045-64D89121FE31}"/>
              </a:ext>
            </a:extLst>
          </p:cNvPr>
          <p:cNvSpPr txBox="1">
            <a:spLocks/>
          </p:cNvSpPr>
          <p:nvPr/>
        </p:nvSpPr>
        <p:spPr bwMode="gray">
          <a:xfrm>
            <a:off x="4799856" y="2277240"/>
            <a:ext cx="3312000" cy="3312000"/>
          </a:xfrm>
          <a:prstGeom prst="ellips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What I have learnt from building and running serverless and event-driven systems on Azure.</a:t>
            </a:r>
          </a:p>
        </p:txBody>
      </p:sp>
      <p:sp>
        <p:nvSpPr>
          <p:cNvPr id="40" name="Inhaltsplatzhalter 1">
            <a:extLst>
              <a:ext uri="{FF2B5EF4-FFF2-40B4-BE49-F238E27FC236}">
                <a16:creationId xmlns:a16="http://schemas.microsoft.com/office/drawing/2014/main" id="{468774A1-B43C-461C-82B1-24123B8670DE}"/>
              </a:ext>
            </a:extLst>
          </p:cNvPr>
          <p:cNvSpPr txBox="1">
            <a:spLocks/>
          </p:cNvSpPr>
          <p:nvPr/>
        </p:nvSpPr>
        <p:spPr bwMode="black">
          <a:xfrm>
            <a:off x="7464152" y="4761204"/>
            <a:ext cx="504000" cy="50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1781E3"/>
            </a:solidFill>
          </a:ln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b="1" dirty="0"/>
              <a:t>4</a:t>
            </a:r>
            <a:endParaRPr lang="de-CH" sz="1100" b="1" dirty="0"/>
          </a:p>
        </p:txBody>
      </p:sp>
      <p:sp>
        <p:nvSpPr>
          <p:cNvPr id="36" name="Inhaltsplatzhalter 1">
            <a:extLst>
              <a:ext uri="{FF2B5EF4-FFF2-40B4-BE49-F238E27FC236}">
                <a16:creationId xmlns:a16="http://schemas.microsoft.com/office/drawing/2014/main" id="{43FBDFA3-86E2-4434-9674-19769368A416}"/>
              </a:ext>
            </a:extLst>
          </p:cNvPr>
          <p:cNvSpPr txBox="1">
            <a:spLocks/>
          </p:cNvSpPr>
          <p:nvPr/>
        </p:nvSpPr>
        <p:spPr bwMode="black">
          <a:xfrm>
            <a:off x="4907924" y="4761204"/>
            <a:ext cx="504000" cy="50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5944C6"/>
            </a:solidFill>
          </a:ln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b="1" dirty="0"/>
              <a:t>3</a:t>
            </a:r>
            <a:endParaRPr lang="de-CH" sz="1100" b="1" dirty="0"/>
          </a:p>
        </p:txBody>
      </p:sp>
      <p:sp>
        <p:nvSpPr>
          <p:cNvPr id="27" name="Inhaltsplatzhalter 1">
            <a:extLst>
              <a:ext uri="{FF2B5EF4-FFF2-40B4-BE49-F238E27FC236}">
                <a16:creationId xmlns:a16="http://schemas.microsoft.com/office/drawing/2014/main" id="{D49BC31C-14AE-4A31-8CBD-9E104291496D}"/>
              </a:ext>
            </a:extLst>
          </p:cNvPr>
          <p:cNvSpPr txBox="1">
            <a:spLocks/>
          </p:cNvSpPr>
          <p:nvPr/>
        </p:nvSpPr>
        <p:spPr bwMode="black">
          <a:xfrm>
            <a:off x="4907924" y="2600892"/>
            <a:ext cx="504000" cy="50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E61E64"/>
            </a:solidFill>
          </a:ln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b="1" dirty="0"/>
              <a:t>1</a:t>
            </a:r>
            <a:endParaRPr lang="de-CH" sz="1100" b="1" dirty="0"/>
          </a:p>
        </p:txBody>
      </p:sp>
      <p:sp>
        <p:nvSpPr>
          <p:cNvPr id="37" name="Inhaltsplatzhalter 1">
            <a:extLst>
              <a:ext uri="{FF2B5EF4-FFF2-40B4-BE49-F238E27FC236}">
                <a16:creationId xmlns:a16="http://schemas.microsoft.com/office/drawing/2014/main" id="{CDCCFF13-0A74-4010-9991-8D9BAB76D9B6}"/>
              </a:ext>
            </a:extLst>
          </p:cNvPr>
          <p:cNvSpPr txBox="1">
            <a:spLocks/>
          </p:cNvSpPr>
          <p:nvPr/>
        </p:nvSpPr>
        <p:spPr bwMode="black">
          <a:xfrm>
            <a:off x="7464152" y="2600892"/>
            <a:ext cx="504000" cy="504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A63297"/>
            </a:solidFill>
          </a:ln>
        </p:spPr>
        <p:txBody>
          <a:bodyPr lIns="0" tIns="0" rIns="0" bIns="0" anchor="ctr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b="1" dirty="0"/>
              <a:t>2</a:t>
            </a:r>
            <a:endParaRPr lang="de-CH" sz="1100" b="1" dirty="0"/>
          </a:p>
        </p:txBody>
      </p:sp>
      <p:sp>
        <p:nvSpPr>
          <p:cNvPr id="23" name="Inhaltsplatzhalter 1">
            <a:extLst>
              <a:ext uri="{FF2B5EF4-FFF2-40B4-BE49-F238E27FC236}">
                <a16:creationId xmlns:a16="http://schemas.microsoft.com/office/drawing/2014/main" id="{DF9FDB99-3F07-456C-8368-000F1E315D9D}"/>
              </a:ext>
            </a:extLst>
          </p:cNvPr>
          <p:cNvSpPr txBox="1">
            <a:spLocks/>
          </p:cNvSpPr>
          <p:nvPr/>
        </p:nvSpPr>
        <p:spPr bwMode="black">
          <a:xfrm>
            <a:off x="1199456" y="1484784"/>
            <a:ext cx="3312219" cy="194421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Security</a:t>
            </a:r>
          </a:p>
          <a:p>
            <a:r>
              <a:rPr lang="en-GB" dirty="0"/>
              <a:t>Adding Infrastructure to re-establish Perimeter-Security vs. implementing SaaS-style Zero-Trust.</a:t>
            </a:r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BE0BA290-A451-42D0-B511-85AAC7530638}"/>
              </a:ext>
            </a:extLst>
          </p:cNvPr>
          <p:cNvSpPr txBox="1">
            <a:spLocks/>
          </p:cNvSpPr>
          <p:nvPr/>
        </p:nvSpPr>
        <p:spPr bwMode="black">
          <a:xfrm>
            <a:off x="1199456" y="4437112"/>
            <a:ext cx="3312219" cy="194421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b="1" dirty="0"/>
          </a:p>
          <a:p>
            <a:r>
              <a:rPr lang="en-GB" b="1" dirty="0"/>
              <a:t>Operations</a:t>
            </a:r>
          </a:p>
          <a:p>
            <a:r>
              <a:rPr lang="en-GB" dirty="0"/>
              <a:t>Complexity has moved from code to relationships between the components. Monitoring serverless and event-driven systems end-to-end is complex.</a:t>
            </a:r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5829A92D-650E-4741-873B-3BF4C53996D3}"/>
              </a:ext>
            </a:extLst>
          </p:cNvPr>
          <p:cNvSpPr txBox="1">
            <a:spLocks/>
          </p:cNvSpPr>
          <p:nvPr/>
        </p:nvSpPr>
        <p:spPr bwMode="black">
          <a:xfrm>
            <a:off x="8400405" y="1484784"/>
            <a:ext cx="3312219" cy="194421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Cloud Automation</a:t>
            </a:r>
          </a:p>
          <a:p>
            <a:r>
              <a:rPr lang="en-GB" dirty="0"/>
              <a:t>For serverless, cloud automation (aka. </a:t>
            </a:r>
            <a:r>
              <a:rPr lang="en-GB" dirty="0" err="1"/>
              <a:t>IaC</a:t>
            </a:r>
            <a:r>
              <a:rPr lang="en-GB" dirty="0"/>
              <a:t>) needs to focus on the application, the relationships between component and the configuration instead of the infrastructure.</a:t>
            </a:r>
          </a:p>
        </p:txBody>
      </p:sp>
      <p:sp>
        <p:nvSpPr>
          <p:cNvPr id="29" name="Inhaltsplatzhalter 1">
            <a:extLst>
              <a:ext uri="{FF2B5EF4-FFF2-40B4-BE49-F238E27FC236}">
                <a16:creationId xmlns:a16="http://schemas.microsoft.com/office/drawing/2014/main" id="{71A25594-7AF2-4199-A050-4B312979FBAE}"/>
              </a:ext>
            </a:extLst>
          </p:cNvPr>
          <p:cNvSpPr txBox="1">
            <a:spLocks/>
          </p:cNvSpPr>
          <p:nvPr/>
        </p:nvSpPr>
        <p:spPr bwMode="black">
          <a:xfrm>
            <a:off x="8400405" y="4437112"/>
            <a:ext cx="3312219" cy="1944216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Architecture</a:t>
            </a:r>
          </a:p>
          <a:p>
            <a:r>
              <a:rPr lang="en-GB" sz="1600" dirty="0"/>
              <a:t>Reconsider traditional Software Design Patterns for server</a:t>
            </a:r>
            <a:r>
              <a:rPr lang="en-GB" dirty="0"/>
              <a:t>less architecture, e.g. Messaging (Pipes-and-Filters), Hexagonal Architecture and CQRS.</a:t>
            </a:r>
          </a:p>
        </p:txBody>
      </p:sp>
    </p:spTree>
    <p:extLst>
      <p:ext uri="{BB962C8B-B14F-4D97-AF65-F5344CB8AC3E}">
        <p14:creationId xmlns:p14="http://schemas.microsoft.com/office/powerpoint/2010/main" val="3526721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286467C7-FBC9-4D6A-AA1A-016B4E60CC9E}"/>
              </a:ext>
            </a:extLst>
          </p:cNvPr>
          <p:cNvSpPr/>
          <p:nvPr/>
        </p:nvSpPr>
        <p:spPr bwMode="gray">
          <a:xfrm>
            <a:off x="4800600" y="0"/>
            <a:ext cx="7391399" cy="6858000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chemeClr val="tx1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E42304C-C748-4352-966D-B67B4F9E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t>11</a:t>
            </a:fld>
            <a:endParaRPr lang="de-CH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269676E-13C3-4D37-8AD6-FEEE9DC88E75}"/>
              </a:ext>
            </a:extLst>
          </p:cNvPr>
          <p:cNvSpPr txBox="1"/>
          <p:nvPr/>
        </p:nvSpPr>
        <p:spPr bwMode="black">
          <a:xfrm>
            <a:off x="6412394" y="2305042"/>
            <a:ext cx="4167809" cy="10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de-CH" sz="1600" b="1" dirty="0">
                <a:solidFill>
                  <a:schemeClr val="accent1"/>
                </a:solidFill>
              </a:rPr>
              <a:t>Roland Krummenacher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de-CH" sz="1200" dirty="0">
                <a:solidFill>
                  <a:schemeClr val="accent1"/>
                </a:solidFill>
              </a:rPr>
              <a:t>Cloud </a:t>
            </a:r>
            <a:r>
              <a:rPr lang="de-CH" sz="1200" dirty="0" err="1">
                <a:solidFill>
                  <a:schemeClr val="accent1"/>
                </a:solidFill>
              </a:rPr>
              <a:t>Advisor</a:t>
            </a:r>
            <a:endParaRPr lang="de-CH" sz="1200" dirty="0">
              <a:solidFill>
                <a:schemeClr val="accent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de-CH" sz="1200" dirty="0">
                <a:solidFill>
                  <a:schemeClr val="accent1"/>
                </a:solidFill>
              </a:rPr>
              <a:t>www.linkedin.com/in/rolandkrummenacher</a:t>
            </a:r>
          </a:p>
          <a:p>
            <a:pPr algn="ctr">
              <a:lnSpc>
                <a:spcPct val="110000"/>
              </a:lnSpc>
            </a:pPr>
            <a:endParaRPr lang="de-CH" sz="1200" dirty="0">
              <a:solidFill>
                <a:schemeClr val="accent1"/>
              </a:solidFill>
            </a:endParaRP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FD28826D-57F4-42ED-B8C1-98F31153ED5C}"/>
              </a:ext>
            </a:extLst>
          </p:cNvPr>
          <p:cNvCxnSpPr>
            <a:cxnSpLocks/>
          </p:cNvCxnSpPr>
          <p:nvPr/>
        </p:nvCxnSpPr>
        <p:spPr bwMode="gray">
          <a:xfrm>
            <a:off x="7956299" y="2036028"/>
            <a:ext cx="1080000" cy="0"/>
          </a:xfrm>
          <a:prstGeom prst="line">
            <a:avLst/>
          </a:prstGeom>
          <a:ln w="28575">
            <a:solidFill>
              <a:srgbClr val="E61E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0140788-8511-42D2-907B-1CEB63D61FD9}"/>
              </a:ext>
            </a:extLst>
          </p:cNvPr>
          <p:cNvSpPr txBox="1">
            <a:spLocks/>
          </p:cNvSpPr>
          <p:nvPr/>
        </p:nvSpPr>
        <p:spPr bwMode="black">
          <a:xfrm>
            <a:off x="1200150" y="1484312"/>
            <a:ext cx="3311525" cy="2088687"/>
          </a:xfrm>
          <a:prstGeom prst="rect">
            <a:avLst/>
          </a:prstGeom>
        </p:spPr>
        <p:txBody>
          <a:bodyPr lIns="0" tIns="28800" rIns="0" bIns="2880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TheSans Swisscom Light" panose="020B0300040303060204" pitchFamily="34" charset="0"/>
              <a:buNone/>
              <a:defRPr sz="32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de-CH" spc="-50" dirty="0"/>
              <a:t>Questions and </a:t>
            </a:r>
            <a:r>
              <a:rPr lang="de-CH" spc="-50" dirty="0" err="1"/>
              <a:t>Answers</a:t>
            </a:r>
            <a:endParaRPr lang="de-CH" spc="-5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78E325D-8A04-B318-9281-6077457BE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299" y="945179"/>
            <a:ext cx="1080000" cy="108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7D4B1BE-09B4-794E-C813-995662397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160" y="3887061"/>
            <a:ext cx="2206275" cy="2206275"/>
          </a:xfrm>
          <a:prstGeom prst="rect">
            <a:avLst/>
          </a:prstGeom>
          <a:ln>
            <a:solidFill>
              <a:srgbClr val="5944C6"/>
            </a:solidFill>
          </a:ln>
        </p:spPr>
      </p:pic>
    </p:spTree>
    <p:extLst>
      <p:ext uri="{BB962C8B-B14F-4D97-AF65-F5344CB8AC3E}">
        <p14:creationId xmlns:p14="http://schemas.microsoft.com/office/powerpoint/2010/main" val="149133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96926AC-E822-4AB1-880C-8D09381058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306" imgH="306" progId="TCLayout.ActiveDocument.1">
                  <p:embed/>
                </p:oleObj>
              </mc:Choice>
              <mc:Fallback>
                <p:oleObj name="think-cell Folie" r:id="rId5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96926AC-E822-4AB1-880C-8D0938105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7A458884-70C6-4C99-9B95-335B2FCB9D1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EEF3F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CH" sz="3200" b="1" dirty="0">
              <a:solidFill>
                <a:schemeClr val="tx1"/>
              </a:solidFill>
              <a:latin typeface="TheSans Swisscom" panose="020B0500040303060204" pitchFamily="34" charset="0"/>
              <a:ea typeface="+mj-ea"/>
              <a:cs typeface="+mj-cs"/>
              <a:sym typeface="TheSans Swisscom" panose="020B0500040303060204" pitchFamily="34" charset="0"/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8E87D50D-A0AD-4702-971B-8F1B3A67C2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7A6DA17-156A-4F5E-B81C-D64FF1E7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ltGray"/>
        <p:txBody>
          <a:bodyPr/>
          <a:lstStyle/>
          <a:p>
            <a:fld id="{8FF9B0DE-3FEB-4AA0-B465-B80EF7C1333D}" type="slidenum">
              <a:rPr lang="de-CH" smtClean="0">
                <a:solidFill>
                  <a:schemeClr val="bg1"/>
                </a:solidFill>
              </a:rPr>
              <a:pPr/>
              <a:t>12</a:t>
            </a:fld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B8E3FBC-627C-4722-857A-99FCB7F37F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 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69643AF7-3956-4B66-A31A-34122C32A7D3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1199456" y="4401108"/>
            <a:ext cx="5183882" cy="1656000"/>
          </a:xfrm>
        </p:spPr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Questions </a:t>
            </a:r>
            <a:br>
              <a:rPr lang="de-CH" dirty="0">
                <a:solidFill>
                  <a:schemeClr val="bg1"/>
                </a:solidFill>
              </a:rPr>
            </a:br>
            <a:r>
              <a:rPr lang="de-CH" dirty="0">
                <a:solidFill>
                  <a:schemeClr val="bg1"/>
                </a:solidFill>
              </a:rPr>
              <a:t>and </a:t>
            </a:r>
            <a:r>
              <a:rPr lang="de-CH" dirty="0" err="1">
                <a:solidFill>
                  <a:schemeClr val="bg1"/>
                </a:solidFill>
              </a:rPr>
              <a:t>Answers</a:t>
            </a:r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63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8A103B-C143-DBDE-5B18-9C622546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>
              <a:defRPr/>
            </a:pPr>
            <a:r>
              <a:rPr lang="en-GB">
                <a:solidFill>
                  <a:srgbClr val="333333"/>
                </a:solidFill>
                <a:latin typeface="TheSans Swisscom Light"/>
              </a:rPr>
              <a:t>Author, Date, Presentation title, C2 General</a:t>
            </a:r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E55CC5-5DCF-0EFA-E82C-9D48B1F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>
              <a:defRPr/>
            </a:pPr>
            <a:fld id="{8FF9B0DE-3FEB-4AA0-B465-B80EF7C1333D}" type="slidenum">
              <a:rPr lang="en-GB">
                <a:solidFill>
                  <a:srgbClr val="333333"/>
                </a:solidFill>
                <a:latin typeface="TheSans Swisscom Light"/>
              </a:rPr>
              <a:pPr defTabSz="914126">
                <a:defRPr/>
              </a:pPr>
              <a:t>13</a:t>
            </a:fld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C23E0B4-57D9-12F0-FE4E-BDB94921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IoT</a:t>
            </a:r>
            <a:br>
              <a:rPr lang="de-CH" dirty="0"/>
            </a:br>
            <a:endParaRPr lang="de-CH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DB08747-C717-2E31-1148-4A3C82172D7D}"/>
              </a:ext>
            </a:extLst>
          </p:cNvPr>
          <p:cNvSpPr txBox="1"/>
          <p:nvPr/>
        </p:nvSpPr>
        <p:spPr bwMode="gray">
          <a:xfrm>
            <a:off x="1199456" y="1484818"/>
            <a:ext cx="10165091" cy="45907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dirty="0">
                <a:solidFill>
                  <a:srgbClr val="374151"/>
                </a:solidFill>
                <a:latin typeface="Söhne"/>
              </a:rPr>
              <a:t>Internet of Things (IoT) systems are particularly well-suited for serverless computing for several reasons:</a:t>
            </a:r>
          </a:p>
          <a:p>
            <a:pPr algn="l">
              <a:lnSpc>
                <a:spcPct val="110000"/>
              </a:lnSpc>
            </a:pP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Greenfield </a:t>
            </a:r>
            <a:r>
              <a:rPr lang="de-CH" sz="1600" b="1" dirty="0" err="1"/>
              <a:t>or</a:t>
            </a:r>
            <a:r>
              <a:rPr lang="de-CH" sz="1600" b="1" dirty="0"/>
              <a:t> «</a:t>
            </a:r>
            <a:r>
              <a:rPr lang="de-CH" sz="1600" b="1" dirty="0" err="1"/>
              <a:t>rebuild</a:t>
            </a:r>
            <a:r>
              <a:rPr lang="de-CH" sz="1600" b="1" dirty="0"/>
              <a:t>» </a:t>
            </a:r>
            <a:r>
              <a:rPr lang="de-CH" sz="1600" b="1" dirty="0" err="1"/>
              <a:t>projects</a:t>
            </a:r>
            <a:r>
              <a:rPr lang="de-CH" sz="1600" dirty="0"/>
              <a:t>: The </a:t>
            </a:r>
            <a:r>
              <a:rPr lang="de-CH" sz="1600" dirty="0" err="1"/>
              <a:t>cloud</a:t>
            </a:r>
            <a:r>
              <a:rPr lang="de-CH" sz="1600" dirty="0"/>
              <a:t> </a:t>
            </a:r>
            <a:r>
              <a:rPr lang="de-CH" sz="1600" dirty="0" err="1"/>
              <a:t>part</a:t>
            </a:r>
            <a:r>
              <a:rPr lang="de-CH" sz="1600" dirty="0"/>
              <a:t> </a:t>
            </a:r>
            <a:r>
              <a:rPr lang="de-CH" sz="1600" dirty="0" err="1"/>
              <a:t>of</a:t>
            </a:r>
            <a:r>
              <a:rPr lang="de-CH" sz="1600" dirty="0"/>
              <a:t> IoT </a:t>
            </a:r>
            <a:r>
              <a:rPr lang="de-CH" sz="1600" dirty="0" err="1"/>
              <a:t>systems</a:t>
            </a:r>
            <a:r>
              <a:rPr lang="de-CH" sz="1600" dirty="0"/>
              <a:t> </a:t>
            </a:r>
            <a:r>
              <a:rPr lang="de-CH" sz="1600" dirty="0" err="1"/>
              <a:t>are</a:t>
            </a:r>
            <a:r>
              <a:rPr lang="de-CH" sz="1600" dirty="0"/>
              <a:t> </a:t>
            </a:r>
            <a:r>
              <a:rPr lang="de-CH" sz="1600" dirty="0" err="1"/>
              <a:t>often</a:t>
            </a:r>
            <a:r>
              <a:rPr lang="de-CH" sz="1600" dirty="0"/>
              <a:t> </a:t>
            </a:r>
            <a:r>
              <a:rPr lang="de-CH" sz="1600" dirty="0" err="1"/>
              <a:t>build</a:t>
            </a:r>
            <a:r>
              <a:rPr lang="de-CH" sz="1600" dirty="0"/>
              <a:t> </a:t>
            </a:r>
            <a:r>
              <a:rPr lang="de-CH" sz="1600" dirty="0" err="1"/>
              <a:t>from</a:t>
            </a:r>
            <a:r>
              <a:rPr lang="de-CH" sz="1600" dirty="0"/>
              <a:t> </a:t>
            </a:r>
            <a:r>
              <a:rPr lang="de-CH" sz="1600" dirty="0" err="1"/>
              <a:t>scratch</a:t>
            </a:r>
            <a:r>
              <a:rPr lang="de-CH" sz="1600" dirty="0"/>
              <a:t> </a:t>
            </a:r>
            <a:r>
              <a:rPr lang="de-CH" sz="1600" dirty="0" err="1"/>
              <a:t>without</a:t>
            </a:r>
            <a:r>
              <a:rPr lang="de-CH" sz="1600" dirty="0"/>
              <a:t> </a:t>
            </a:r>
            <a:r>
              <a:rPr lang="de-CH" sz="1600" dirty="0" err="1"/>
              <a:t>legacy</a:t>
            </a:r>
            <a:r>
              <a:rPr lang="de-CH" sz="1600" dirty="0"/>
              <a:t> </a:t>
            </a:r>
            <a:r>
              <a:rPr lang="de-CH" sz="1600" dirty="0" err="1"/>
              <a:t>dependencies</a:t>
            </a:r>
            <a:r>
              <a:rPr lang="de-CH" sz="1600" dirty="0"/>
              <a:t>.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Scalability needs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: IoT systems need to handle large volumes of data from various devices. </a:t>
            </a:r>
            <a:endParaRPr lang="de-CH" sz="1600" dirty="0"/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Cloud lock-in </a:t>
            </a:r>
            <a:r>
              <a:rPr lang="de-CH" sz="1600" b="1" dirty="0" err="1"/>
              <a:t>is</a:t>
            </a:r>
            <a:r>
              <a:rPr lang="de-CH" sz="1600" b="1" dirty="0"/>
              <a:t> </a:t>
            </a:r>
            <a:r>
              <a:rPr lang="de-CH" sz="1600" b="1" dirty="0" err="1"/>
              <a:t>already</a:t>
            </a:r>
            <a:r>
              <a:rPr lang="de-CH" sz="1600" b="1" dirty="0"/>
              <a:t> </a:t>
            </a:r>
            <a:r>
              <a:rPr lang="de-CH" sz="1600" b="1" dirty="0" err="1"/>
              <a:t>given</a:t>
            </a:r>
            <a:r>
              <a:rPr lang="de-CH" sz="1600" dirty="0"/>
              <a:t>: By </a:t>
            </a:r>
            <a:r>
              <a:rPr lang="de-CH" sz="1600" dirty="0" err="1"/>
              <a:t>using</a:t>
            </a:r>
            <a:r>
              <a:rPr lang="de-CH" sz="1600" dirty="0"/>
              <a:t> IoT PaaS </a:t>
            </a:r>
            <a:r>
              <a:rPr lang="de-CH" sz="1600" dirty="0" err="1"/>
              <a:t>services</a:t>
            </a:r>
            <a:r>
              <a:rPr lang="de-CH" sz="1600" dirty="0"/>
              <a:t> </a:t>
            </a:r>
            <a:r>
              <a:rPr lang="de-CH" sz="1600" dirty="0" err="1"/>
              <a:t>for</a:t>
            </a:r>
            <a:r>
              <a:rPr lang="de-CH" sz="1600" dirty="0"/>
              <a:t> Device Management, Vendor lock-in </a:t>
            </a:r>
            <a:r>
              <a:rPr lang="de-CH" sz="1600" dirty="0" err="1"/>
              <a:t>is</a:t>
            </a:r>
            <a:r>
              <a:rPr lang="de-CH" sz="1600" dirty="0"/>
              <a:t> </a:t>
            </a:r>
            <a:r>
              <a:rPr lang="de-CH" sz="1600" dirty="0" err="1"/>
              <a:t>already</a:t>
            </a:r>
            <a:r>
              <a:rPr lang="de-CH" sz="1600" dirty="0"/>
              <a:t> </a:t>
            </a:r>
            <a:r>
              <a:rPr lang="de-CH" sz="1600" dirty="0" err="1"/>
              <a:t>given</a:t>
            </a:r>
            <a:r>
              <a:rPr lang="de-CH" sz="1600" dirty="0"/>
              <a:t>.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Event-Driven Nature</a:t>
            </a:r>
            <a:r>
              <a:rPr lang="de-CH" sz="1600" dirty="0"/>
              <a:t>: 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IoT systems are highly event-driven as they respond to data events from connected devices. </a:t>
            </a:r>
            <a:endParaRPr lang="de-CH" sz="1600" dirty="0"/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 err="1"/>
              <a:t>Asynchronous</a:t>
            </a:r>
            <a:r>
              <a:rPr lang="de-CH" sz="1600" b="1" dirty="0"/>
              <a:t> Nature</a:t>
            </a:r>
            <a:r>
              <a:rPr lang="de-CH" sz="1600" dirty="0"/>
              <a:t>: Device </a:t>
            </a:r>
            <a:r>
              <a:rPr lang="de-CH" sz="1600" dirty="0" err="1"/>
              <a:t>connectivity</a:t>
            </a:r>
            <a:r>
              <a:rPr lang="de-CH" sz="1600" dirty="0"/>
              <a:t> </a:t>
            </a:r>
            <a:r>
              <a:rPr lang="de-CH" sz="1600" dirty="0" err="1"/>
              <a:t>is</a:t>
            </a:r>
            <a:r>
              <a:rPr lang="de-CH" sz="1600" dirty="0"/>
              <a:t> not reliable, </a:t>
            </a:r>
            <a:r>
              <a:rPr lang="de-CH" sz="1600" dirty="0" err="1"/>
              <a:t>therefore</a:t>
            </a:r>
            <a:r>
              <a:rPr lang="de-CH" sz="1600" dirty="0"/>
              <a:t> </a:t>
            </a:r>
            <a:r>
              <a:rPr lang="de-CH" sz="1600" dirty="0" err="1"/>
              <a:t>the</a:t>
            </a:r>
            <a:r>
              <a:rPr lang="de-CH" sz="1600" dirty="0"/>
              <a:t> </a:t>
            </a:r>
            <a:r>
              <a:rPr lang="de-CH" sz="1600" dirty="0" err="1"/>
              <a:t>architecture</a:t>
            </a:r>
            <a:r>
              <a:rPr lang="de-CH" sz="1600" dirty="0"/>
              <a:t> </a:t>
            </a:r>
            <a:r>
              <a:rPr lang="de-CH" sz="1600" dirty="0" err="1"/>
              <a:t>has</a:t>
            </a:r>
            <a:r>
              <a:rPr lang="de-CH" sz="1600" dirty="0"/>
              <a:t> </a:t>
            </a:r>
            <a:r>
              <a:rPr lang="de-CH" sz="1600" dirty="0" err="1"/>
              <a:t>to</a:t>
            </a:r>
            <a:r>
              <a:rPr lang="de-CH" sz="1600" dirty="0"/>
              <a:t> </a:t>
            </a:r>
            <a:r>
              <a:rPr lang="de-CH" sz="1600" dirty="0" err="1"/>
              <a:t>be</a:t>
            </a:r>
            <a:r>
              <a:rPr lang="de-CH" sz="1600" dirty="0"/>
              <a:t> </a:t>
            </a:r>
            <a:r>
              <a:rPr lang="de-CH" sz="1600" dirty="0" err="1"/>
              <a:t>asynchronous</a:t>
            </a:r>
            <a:r>
              <a:rPr lang="de-CH" sz="1600" dirty="0"/>
              <a:t> </a:t>
            </a:r>
            <a:r>
              <a:rPr lang="de-CH" sz="1600" dirty="0" err="1"/>
              <a:t>by</a:t>
            </a:r>
            <a:r>
              <a:rPr lang="de-CH" sz="1600" dirty="0"/>
              <a:t> design.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Geographic Distribution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: IoT applications often require geographic distribution to process data from devices located in various regions.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74151"/>
                </a:solidFill>
                <a:latin typeface="Söhne"/>
              </a:rPr>
              <a:t>CQRS</a:t>
            </a:r>
            <a:endParaRPr lang="de-CH" sz="1600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Cost Efficiency for Bursty Workloads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: IoT systems can experience bursts of activity when a large number of devices report data simultaneously</a:t>
            </a:r>
            <a:endParaRPr lang="de-CH" sz="1600" dirty="0"/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Integration with Other Cloud Services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: Serverless platforms easily integrate with other cloud services and APIs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Speed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Plus alle </a:t>
            </a:r>
            <a:r>
              <a:rPr lang="en-US" sz="1600" b="1" dirty="0" err="1">
                <a:solidFill>
                  <a:srgbClr val="374151"/>
                </a:solidFill>
                <a:latin typeface="Söhne"/>
              </a:rPr>
              <a:t>Vorteile</a:t>
            </a:r>
            <a:r>
              <a:rPr lang="en-US" sz="1600" b="1" dirty="0">
                <a:solidFill>
                  <a:srgbClr val="374151"/>
                </a:solidFill>
                <a:latin typeface="Söhne"/>
              </a:rPr>
              <a:t> von Serverless: Testability,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450627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8A103B-C143-DBDE-5B18-9C622546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>
              <a:defRPr/>
            </a:pPr>
            <a:r>
              <a:rPr lang="en-GB">
                <a:solidFill>
                  <a:srgbClr val="333333"/>
                </a:solidFill>
                <a:latin typeface="TheSans Swisscom Light"/>
              </a:rPr>
              <a:t>Author, Date, Presentation title, C2 General</a:t>
            </a:r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E55CC5-5DCF-0EFA-E82C-9D48B1F08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126">
              <a:defRPr/>
            </a:pPr>
            <a:fld id="{8FF9B0DE-3FEB-4AA0-B465-B80EF7C1333D}" type="slidenum">
              <a:rPr lang="en-GB">
                <a:solidFill>
                  <a:srgbClr val="333333"/>
                </a:solidFill>
                <a:latin typeface="TheSans Swisscom Light"/>
              </a:rPr>
              <a:pPr defTabSz="914126">
                <a:defRPr/>
              </a:pPr>
              <a:t>14</a:t>
            </a:fld>
            <a:endParaRPr lang="en-GB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C23E0B4-57D9-12F0-FE4E-BDB94921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IoT</a:t>
            </a:r>
            <a:br>
              <a:rPr lang="de-CH" dirty="0"/>
            </a:br>
            <a:endParaRPr lang="de-CH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DB08747-C717-2E31-1148-4A3C82172D7D}"/>
              </a:ext>
            </a:extLst>
          </p:cNvPr>
          <p:cNvSpPr txBox="1"/>
          <p:nvPr/>
        </p:nvSpPr>
        <p:spPr bwMode="gray">
          <a:xfrm>
            <a:off x="1199456" y="1484818"/>
            <a:ext cx="10165091" cy="323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dirty="0">
                <a:solidFill>
                  <a:srgbClr val="374151"/>
                </a:solidFill>
                <a:latin typeface="Söhne"/>
              </a:rPr>
              <a:t>Internet of Things (IoT) systems are particularly well-suited for serverless computing for several reasons:</a:t>
            </a:r>
          </a:p>
          <a:p>
            <a:pPr algn="l">
              <a:lnSpc>
                <a:spcPct val="110000"/>
              </a:lnSpc>
            </a:pP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Greenfield </a:t>
            </a:r>
            <a:r>
              <a:rPr lang="de-CH" sz="1600" b="1" dirty="0" err="1"/>
              <a:t>or</a:t>
            </a:r>
            <a:r>
              <a:rPr lang="de-CH" sz="1600" b="1" dirty="0"/>
              <a:t> «</a:t>
            </a:r>
            <a:r>
              <a:rPr lang="de-CH" sz="1600" b="1" dirty="0" err="1"/>
              <a:t>rebuild</a:t>
            </a:r>
            <a:r>
              <a:rPr lang="de-CH" sz="1600" b="1" dirty="0"/>
              <a:t>» </a:t>
            </a:r>
            <a:r>
              <a:rPr lang="de-CH" sz="1600" b="1" dirty="0" err="1"/>
              <a:t>projects</a:t>
            </a:r>
            <a:r>
              <a:rPr lang="de-CH" sz="1600" dirty="0"/>
              <a:t>: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Scalability needs and Cost Efficiency for Bursty Workloads</a:t>
            </a:r>
            <a:endParaRPr lang="de-CH" sz="1600" dirty="0"/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Cloud lock-in </a:t>
            </a:r>
            <a:r>
              <a:rPr lang="de-CH" sz="1600" b="1" dirty="0" err="1"/>
              <a:t>is</a:t>
            </a:r>
            <a:r>
              <a:rPr lang="de-CH" sz="1600" b="1" dirty="0"/>
              <a:t> </a:t>
            </a:r>
            <a:r>
              <a:rPr lang="de-CH" sz="1600" b="1" dirty="0" err="1"/>
              <a:t>already</a:t>
            </a:r>
            <a:r>
              <a:rPr lang="de-CH" sz="1600" b="1" dirty="0"/>
              <a:t> </a:t>
            </a:r>
            <a:r>
              <a:rPr lang="de-CH" sz="1600" b="1" dirty="0" err="1"/>
              <a:t>given</a:t>
            </a:r>
            <a:endParaRPr lang="de-CH" sz="1600" b="1" dirty="0"/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de-CH" sz="1600" b="1" dirty="0"/>
              <a:t>Event-Driven and </a:t>
            </a:r>
            <a:r>
              <a:rPr lang="de-CH" sz="1600" b="1" dirty="0" err="1"/>
              <a:t>Asynchronous</a:t>
            </a:r>
            <a:r>
              <a:rPr lang="de-CH" sz="1600" b="1" dirty="0"/>
              <a:t> Nature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Geographic Distribution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CQRS</a:t>
            </a:r>
            <a:endParaRPr lang="de-CH" sz="1600" b="1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Integration with Other Cloud Services</a:t>
            </a: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Speed und </a:t>
            </a:r>
            <a:r>
              <a:rPr lang="en-US" sz="1600" b="1" dirty="0" err="1">
                <a:solidFill>
                  <a:srgbClr val="374151"/>
                </a:solidFill>
                <a:latin typeface="Söhne"/>
              </a:rPr>
              <a:t>Agilität</a:t>
            </a:r>
            <a:endParaRPr lang="en-US" sz="1600" b="1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74151"/>
              </a:solidFill>
              <a:latin typeface="Söhne"/>
            </a:endParaRPr>
          </a:p>
          <a:p>
            <a:pPr marL="285664" indent="-285664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74151"/>
                </a:solidFill>
                <a:latin typeface="Söhne"/>
              </a:rPr>
              <a:t>Plus, alle </a:t>
            </a:r>
            <a:r>
              <a:rPr lang="en-US" sz="1600" b="1" dirty="0" err="1">
                <a:solidFill>
                  <a:srgbClr val="374151"/>
                </a:solidFill>
                <a:latin typeface="Söhne"/>
              </a:rPr>
              <a:t>anderen</a:t>
            </a:r>
            <a:r>
              <a:rPr lang="en-US" sz="1600" b="1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600" b="1" dirty="0" err="1">
                <a:solidFill>
                  <a:srgbClr val="374151"/>
                </a:solidFill>
                <a:latin typeface="Söhne"/>
              </a:rPr>
              <a:t>Vorteile</a:t>
            </a:r>
            <a:r>
              <a:rPr lang="en-US" sz="1600" b="1" dirty="0">
                <a:solidFill>
                  <a:srgbClr val="374151"/>
                </a:solidFill>
                <a:latin typeface="Söhne"/>
              </a:rPr>
              <a:t> von Serverless: Composability, Testability, Reliability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56226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15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Automation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Scheduled task automation for the financial services scenario: The app analyzes a customer database for duplicate entries every 15 minutes, to avoid sending out multiple communications to the same customers.</a:t>
            </a: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2" name="Picture 20">
            <a:extLst>
              <a:ext uri="{FF2B5EF4-FFF2-40B4-BE49-F238E27FC236}">
                <a16:creationId xmlns:a16="http://schemas.microsoft.com/office/drawing/2014/main" id="{EBB34A1E-C268-BC77-44E8-BD4EE2AC9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1551" y="2342713"/>
            <a:ext cx="4997064" cy="213624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206440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16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/>
              <a:t> </a:t>
            </a:r>
            <a:r>
              <a:rPr lang="de-CH" dirty="0" err="1"/>
              <a:t>scenario</a:t>
            </a:r>
            <a:r>
              <a:rPr lang="de-CH"/>
              <a:t>: </a:t>
            </a:r>
            <a:r>
              <a:rPr lang="en-US"/>
              <a:t>Serverless APIs, mobile and web backends.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Web application backends the retail scenario: Pick up online orders from a queue, process them, and store the resulting data in a database.</a:t>
            </a:r>
            <a:endParaRPr lang="de-CH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C633F7E-33D6-5068-838C-F831BFE66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1820" y="2342713"/>
            <a:ext cx="5368374" cy="162393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656045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17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Serverless APIs, mobile and web backends.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Mobile application backends the financial services scenario: Colleagues use mobile banking to reimburse each other for lunch. Whoever paid for lunch requests payment through a mobile app, which triggers a notification on the colleagues' phones.</a:t>
            </a: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A1BEB57-729B-A1F8-87DF-220E950A4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273" y="2342714"/>
            <a:ext cx="5472607" cy="188804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358254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18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Extending </a:t>
            </a:r>
            <a:r>
              <a:rPr lang="en-US"/>
              <a:t>SaaS applications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Extending SaaS applications in the professional services scenario: A SaaS solution provides extensibility through webhooks, which Azure Functions can implement to automate certain workflows.</a:t>
            </a: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2" name="Picture 22">
            <a:extLst>
              <a:ext uri="{FF2B5EF4-FFF2-40B4-BE49-F238E27FC236}">
                <a16:creationId xmlns:a16="http://schemas.microsoft.com/office/drawing/2014/main" id="{9411FFFB-2ED2-E7BC-4401-5E7AEAA9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011" y="2355854"/>
            <a:ext cx="5566609" cy="166998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19848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E7777F-2068-4967-99F5-C7AAE9E0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>
                <a:solidFill>
                  <a:srgbClr val="333333"/>
                </a:solidFill>
                <a:latin typeface="TheSans Swisscom Light"/>
              </a:rPr>
              <a:pPr/>
              <a:t>19</a:t>
            </a:fld>
            <a:endParaRPr lang="de-CH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200730" y="333462"/>
            <a:ext cx="5111113" cy="719813"/>
          </a:xfrm>
        </p:spPr>
        <p:txBody>
          <a:bodyPr/>
          <a:lstStyle/>
          <a:p>
            <a:r>
              <a:rPr lang="de-CH" dirty="0" err="1"/>
              <a:t>Serverless</a:t>
            </a:r>
            <a:r>
              <a:rPr lang="de-CH" dirty="0"/>
              <a:t> </a:t>
            </a:r>
            <a:r>
              <a:rPr lang="de-CH" dirty="0" err="1"/>
              <a:t>scenario</a:t>
            </a:r>
            <a:r>
              <a:rPr lang="de-CH" dirty="0"/>
              <a:t>: </a:t>
            </a:r>
            <a:r>
              <a:rPr lang="en-US" dirty="0"/>
              <a:t>IoT</a:t>
            </a:r>
            <a:br>
              <a:rPr lang="de-CH" dirty="0"/>
            </a:br>
            <a:endParaRPr lang="de-C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27386-1928-4478-ACCB-24B59C7BD821}"/>
              </a:ext>
            </a:extLst>
          </p:cNvPr>
          <p:cNvSpPr/>
          <p:nvPr/>
        </p:nvSpPr>
        <p:spPr bwMode="gray">
          <a:xfrm>
            <a:off x="6600695" y="893"/>
            <a:ext cx="5589719" cy="6856215"/>
          </a:xfrm>
          <a:prstGeom prst="rect">
            <a:avLst/>
          </a:prstGeom>
          <a:solidFill>
            <a:srgbClr val="DDE3E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 dirty="0">
              <a:solidFill>
                <a:srgbClr val="333333"/>
              </a:solidFill>
              <a:latin typeface="TheSans Swisscom Light"/>
            </a:endParaRPr>
          </a:p>
        </p:txBody>
      </p:sp>
      <p:sp>
        <p:nvSpPr>
          <p:cNvPr id="11" name="Inhaltsplatzhalter 1">
            <a:extLst>
              <a:ext uri="{FF2B5EF4-FFF2-40B4-BE49-F238E27FC236}">
                <a16:creationId xmlns:a16="http://schemas.microsoft.com/office/drawing/2014/main" id="{CB4A5A02-7FED-4E61-A437-E19B3396E9C0}"/>
              </a:ext>
            </a:extLst>
          </p:cNvPr>
          <p:cNvSpPr txBox="1">
            <a:spLocks/>
          </p:cNvSpPr>
          <p:nvPr/>
        </p:nvSpPr>
        <p:spPr bwMode="black">
          <a:xfrm>
            <a:off x="7103737" y="2342713"/>
            <a:ext cx="4606800" cy="4038268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  <a:buFont typeface="TheSans Swisscom Light" panose="020B030004030306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1155"/>
                </a:solidFill>
                <a:latin typeface="TheSans Swisscom Light"/>
              </a:rPr>
              <a:t>IoT-connected backends in the manufacturing scenario: A manufacturing company uses IoT to monitor its machines. Functions detects anomalous data and that triggers a message to the service department when a repair is required.</a:t>
            </a: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  <a:p>
            <a:endParaRPr lang="en-US" dirty="0">
              <a:solidFill>
                <a:srgbClr val="001155"/>
              </a:solidFill>
              <a:latin typeface="TheSans Swisscom Light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E06D7CB5-F9FF-0457-AC4A-67CCD12C3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394" y="2342713"/>
            <a:ext cx="5589719" cy="243152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D90835F-BE75-B8E6-B1EA-0F9A24B9B748}"/>
              </a:ext>
            </a:extLst>
          </p:cNvPr>
          <p:cNvSpPr txBox="1"/>
          <p:nvPr/>
        </p:nvSpPr>
        <p:spPr bwMode="gray">
          <a:xfrm>
            <a:off x="744843" y="6453336"/>
            <a:ext cx="56620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Source</a:t>
            </a:r>
            <a:r>
              <a:rPr lang="de-CH" sz="1000" dirty="0"/>
              <a:t>: </a:t>
            </a:r>
            <a:r>
              <a:rPr lang="en-US" sz="1000" dirty="0"/>
              <a:t>https://learn.microsoft.com/en-us/azure/architecture/serverless-quest/reference-architectures</a:t>
            </a:r>
          </a:p>
        </p:txBody>
      </p:sp>
    </p:spTree>
    <p:extLst>
      <p:ext uri="{BB962C8B-B14F-4D97-AF65-F5344CB8AC3E}">
        <p14:creationId xmlns:p14="http://schemas.microsoft.com/office/powerpoint/2010/main" val="208867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BA75D31-C0AE-B2AD-D0E7-C12D355DF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Application Architecture as Code - The Architect Elevator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Serverless Hexagonal Architecture — Python | by Muthu Venkatachalam | Medium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Refactoring to Serverless | Serverless Land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687F6-30DD-F633-73F8-7664F046B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t>20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6F98E12-D7EA-298F-FC82-59BC8B65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More </a:t>
            </a:r>
            <a:r>
              <a:rPr lang="de-CH" dirty="0" err="1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585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7UDvPUTYuWVJR4TNJ5B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jU.VigQk..bVxMRNXJiA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wisscom Master 16:9">
  <a:themeElements>
    <a:clrScheme name="Swisscom Office">
      <a:dk1>
        <a:srgbClr val="333333"/>
      </a:dk1>
      <a:lt1>
        <a:sysClr val="window" lastClr="FFFFFF"/>
      </a:lt1>
      <a:dk2>
        <a:srgbClr val="DD1122"/>
      </a:dk2>
      <a:lt2>
        <a:srgbClr val="001155"/>
      </a:lt2>
      <a:accent1>
        <a:srgbClr val="001155"/>
      </a:accent1>
      <a:accent2>
        <a:srgbClr val="11AAFF"/>
      </a:accent2>
      <a:accent3>
        <a:srgbClr val="0851DA"/>
      </a:accent3>
      <a:accent4>
        <a:srgbClr val="5C5C5C"/>
      </a:accent4>
      <a:accent5>
        <a:srgbClr val="858585"/>
      </a:accent5>
      <a:accent6>
        <a:srgbClr val="C1C1C1"/>
      </a:accent6>
      <a:hlink>
        <a:srgbClr val="11AAFF"/>
      </a:hlink>
      <a:folHlink>
        <a:srgbClr val="333333"/>
      </a:folHlink>
    </a:clrScheme>
    <a:fontScheme name="Benutzerdefiniert 5">
      <a:majorFont>
        <a:latin typeface="TheSans Swisscom Light"/>
        <a:ea typeface=""/>
        <a:cs typeface=""/>
      </a:majorFont>
      <a:minorFont>
        <a:latin typeface="TheSans Swisscom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lnSpc>
            <a:spcPct val="110000"/>
          </a:lnSpc>
          <a:defRPr sz="16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vert="horz" wrap="none" lIns="0" tIns="0" rIns="0" bIns="0" rtlCol="0">
        <a:noAutofit/>
      </a:bodyPr>
      <a:lstStyle>
        <a:defPPr marL="180000" indent="-180000" algn="l">
          <a:lnSpc>
            <a:spcPct val="110000"/>
          </a:lnSpc>
          <a:buFont typeface="Arial" panose="020B0604020202020204" pitchFamily="34" charset="0"/>
          <a:buChar char="•"/>
          <a:defRPr sz="1600" dirty="0"/>
        </a:defPPr>
      </a:lstStyle>
    </a:txDef>
  </a:objectDefaults>
  <a:extraClrSchemeLst/>
  <a:custClrLst>
    <a:custClr name="Pink">
      <a:srgbClr val="E61E64"/>
    </a:custClr>
    <a:custClr name="Orchid">
      <a:srgbClr val="A63297"/>
    </a:custClr>
    <a:custClr name="Iris">
      <a:srgbClr val="5944C6"/>
    </a:custClr>
    <a:custClr name="Dark Blue">
      <a:srgbClr val="1781E3"/>
    </a:custClr>
    <a:custClr name="Turquoise">
      <a:srgbClr val="0EABA9"/>
    </a:custClr>
    <a:custClr name="Aluminium">
      <a:srgbClr val="DDE3E7"/>
    </a:custClr>
    <a:custClr name="Horizon">
      <a:srgbClr val="EEF3F6"/>
    </a:custClr>
  </a:custClrLst>
  <a:extLst>
    <a:ext uri="{05A4C25C-085E-4340-85A3-A5531E510DB2}">
      <thm15:themeFamily xmlns:thm15="http://schemas.microsoft.com/office/thememl/2012/main" name="Präsentation3" id="{DC4E5BD8-527A-475F-8999-E756DDF78AFC}" vid="{75CDF7D8-087D-4059-B864-7F492EDC2AA9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e1fccfb-80ca-4fe1-a574-1516544edb53}" enabled="1" method="Standard" siteId="{364e5b87-c1c7-420d-9bee-c35d19b557a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PresentationFormat>Breitbild</PresentationFormat>
  <Paragraphs>170</Paragraphs>
  <Slides>20</Slides>
  <Notes>19</Notes>
  <HiddenSlides>9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31" baseType="lpstr">
      <vt:lpstr>Amazon Ember</vt:lpstr>
      <vt:lpstr>Arial</vt:lpstr>
      <vt:lpstr>Calibri</vt:lpstr>
      <vt:lpstr>Calibri Light</vt:lpstr>
      <vt:lpstr>inherit</vt:lpstr>
      <vt:lpstr>Söhne</vt:lpstr>
      <vt:lpstr>TheSans Swisscom</vt:lpstr>
      <vt:lpstr>TheSans Swisscom Light</vt:lpstr>
      <vt:lpstr>Office</vt:lpstr>
      <vt:lpstr>Swisscom Master 16:9</vt:lpstr>
      <vt:lpstr>think-cell Folie</vt:lpstr>
      <vt:lpstr>Serverless und Event-Driven Architecture</vt:lpstr>
      <vt:lpstr>PowerPoint-Präsentation</vt:lpstr>
      <vt:lpstr>PowerPoint-Präsentation</vt:lpstr>
      <vt:lpstr>Serverless means rebuild</vt:lpstr>
      <vt:lpstr>Serverless is more than just FaaS </vt:lpstr>
      <vt:lpstr>Serverless scenario: File upload and document processing </vt:lpstr>
      <vt:lpstr>Serverless scenario: IoT </vt:lpstr>
      <vt:lpstr>Serverless scenario: AWS Connected Vehicle – Reference Architecture</vt:lpstr>
      <vt:lpstr>Serverless scenario: IoT </vt:lpstr>
      <vt:lpstr>Challenges and solution approaches</vt:lpstr>
      <vt:lpstr>PowerPoint-Präsentation</vt:lpstr>
      <vt:lpstr>Questions  and Answers</vt:lpstr>
      <vt:lpstr>Serverless scenario: IoT </vt:lpstr>
      <vt:lpstr>Serverless scenario: IoT </vt:lpstr>
      <vt:lpstr>Serverless scenario: Automation </vt:lpstr>
      <vt:lpstr>Serverless scenario: Serverless APIs, mobile and web backends. </vt:lpstr>
      <vt:lpstr>Serverless scenario: Serverless APIs, mobile and web backends. </vt:lpstr>
      <vt:lpstr>Serverless scenario: Extending SaaS applications </vt:lpstr>
      <vt:lpstr>Serverless scenario: IoT </vt:lpstr>
      <vt:lpstr>More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Serverless und Event-Driven Architecture</dc:title>
  <dc:creator>Krummenacher Roland, B2B-ITL-PCL-CLA</dc:creator>
  <cp:lastModifiedBy>Krummenacher Roland, B2B-ITL-PCL-CLA</cp:lastModifiedBy>
  <cp:revision>2</cp:revision>
  <cp:lastPrinted>2023-11-06T14:06:05Z</cp:lastPrinted>
  <dcterms:created xsi:type="dcterms:W3CDTF">2023-11-05T14:55:45Z</dcterms:created>
  <dcterms:modified xsi:type="dcterms:W3CDTF">2023-11-09T14:26:41Z</dcterms:modified>
</cp:coreProperties>
</file>