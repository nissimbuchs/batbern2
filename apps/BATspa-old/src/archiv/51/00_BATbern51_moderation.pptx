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11"/>
  </p:notesMasterIdLst>
  <p:handoutMasterIdLst>
    <p:handoutMasterId r:id="rId12"/>
  </p:handoutMasterIdLst>
  <p:sldIdLst>
    <p:sldId id="256" r:id="rId2"/>
    <p:sldId id="257" r:id="rId3"/>
    <p:sldId id="275" r:id="rId4"/>
    <p:sldId id="312" r:id="rId5"/>
    <p:sldId id="299" r:id="rId6"/>
    <p:sldId id="305" r:id="rId7"/>
    <p:sldId id="294" r:id="rId8"/>
    <p:sldId id="270" r:id="rId9"/>
    <p:sldId id="311" r:id="rId10"/>
  </p:sldIdLst>
  <p:sldSz cx="12192000" cy="6858000"/>
  <p:notesSz cx="6797675" cy="9928225"/>
  <p:embeddedFontLst>
    <p:embeddedFont>
      <p:font typeface="Trebuchet MS" panose="020B0703020202090204" pitchFamily="34" charset="0"/>
      <p:regular r:id="rId13"/>
      <p:bold r:id="rId14"/>
      <p:italic r:id="rId15"/>
      <p:boldItalic r:id="rId16"/>
    </p:embeddedFont>
  </p:embeddedFontLst>
  <p:defaultTextStyle>
    <a:defPPr>
      <a:defRPr lang="de-CH"/>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572" userDrawn="1">
          <p15:clr>
            <a:srgbClr val="A4A3A4"/>
          </p15:clr>
        </p15:guide>
        <p15:guide id="2" orient="horz" pos="3793" userDrawn="1">
          <p15:clr>
            <a:srgbClr val="A4A3A4"/>
          </p15:clr>
        </p15:guide>
        <p15:guide id="3" orient="horz" pos="1071" userDrawn="1">
          <p15:clr>
            <a:srgbClr val="A4A3A4"/>
          </p15:clr>
        </p15:guide>
        <p15:guide id="4" pos="7408" userDrawn="1">
          <p15:clr>
            <a:srgbClr val="A4A3A4"/>
          </p15:clr>
        </p15:guide>
        <p15:guide id="5" pos="1300" userDrawn="1">
          <p15:clr>
            <a:srgbClr val="A4A3A4"/>
          </p15:clr>
        </p15:guide>
      </p15:sldGuideLst>
    </p:ext>
    <p:ext uri="{2D200454-40CA-4A62-9FC3-DE9A4176ACB9}">
      <p15:notesGuideLst xmlns:p15="http://schemas.microsoft.com/office/powerpoint/2012/main">
        <p15:guide id="1" orient="horz" pos="3128"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8ACD"/>
    <a:srgbClr val="080F5F"/>
    <a:srgbClr val="663300"/>
    <a:srgbClr val="660033"/>
    <a:srgbClr val="996633"/>
    <a:srgbClr val="990000"/>
    <a:srgbClr val="00CC33"/>
    <a:srgbClr val="0066FF"/>
    <a:srgbClr val="FFCC66"/>
    <a:srgbClr val="FF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83B70D-9E38-334A-A058-6C5E4831EA42}" v="52" dt="2023-11-11T09:20:37.4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449" autoAdjust="0"/>
    <p:restoredTop sz="96327" autoAdjust="0"/>
  </p:normalViewPr>
  <p:slideViewPr>
    <p:cSldViewPr>
      <p:cViewPr varScale="1">
        <p:scale>
          <a:sx n="123" d="100"/>
          <a:sy n="123" d="100"/>
        </p:scale>
        <p:origin x="3632" y="192"/>
      </p:cViewPr>
      <p:guideLst>
        <p:guide orient="horz" pos="572"/>
        <p:guide orient="horz" pos="3793"/>
        <p:guide orient="horz" pos="1071"/>
        <p:guide pos="7408"/>
        <p:guide pos="130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80" d="100"/>
          <a:sy n="80" d="100"/>
        </p:scale>
        <p:origin x="-3168" y="-84"/>
      </p:cViewPr>
      <p:guideLst>
        <p:guide orient="horz" pos="3128"/>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ltisar Oswald" userId="b7919bc2d5f9708a" providerId="Windows Live" clId="Web-{93CE12BC-2AA9-4EFE-A90B-F8CDC394AFD7}"/>
    <pc:docChg chg="addSld delSld modSld modMainMaster">
      <pc:chgData name="Baltisar Oswald" userId="b7919bc2d5f9708a" providerId="Windows Live" clId="Web-{93CE12BC-2AA9-4EFE-A90B-F8CDC394AFD7}" dt="2022-11-10T14:49:35.921" v="25" actId="1076"/>
      <pc:docMkLst>
        <pc:docMk/>
      </pc:docMkLst>
      <pc:sldChg chg="addSp delSp modSp">
        <pc:chgData name="Baltisar Oswald" userId="b7919bc2d5f9708a" providerId="Windows Live" clId="Web-{93CE12BC-2AA9-4EFE-A90B-F8CDC394AFD7}" dt="2022-11-10T14:24:35.100" v="16" actId="1076"/>
        <pc:sldMkLst>
          <pc:docMk/>
          <pc:sldMk cId="0" sldId="256"/>
        </pc:sldMkLst>
        <pc:spChg chg="add del mod">
          <ac:chgData name="Baltisar Oswald" userId="b7919bc2d5f9708a" providerId="Windows Live" clId="Web-{93CE12BC-2AA9-4EFE-A90B-F8CDC394AFD7}" dt="2022-11-10T14:10:33.674" v="5"/>
          <ac:spMkLst>
            <pc:docMk/>
            <pc:sldMk cId="0" sldId="256"/>
            <ac:spMk id="2" creationId="{A0EC6953-F044-C2D5-DA63-ECFABD2F28EB}"/>
          </ac:spMkLst>
        </pc:spChg>
        <pc:picChg chg="del">
          <ac:chgData name="Baltisar Oswald" userId="b7919bc2d5f9708a" providerId="Windows Live" clId="Web-{93CE12BC-2AA9-4EFE-A90B-F8CDC394AFD7}" dt="2022-11-10T14:24:27.490" v="15"/>
          <ac:picMkLst>
            <pc:docMk/>
            <pc:sldMk cId="0" sldId="256"/>
            <ac:picMk id="4" creationId="{C7D278DB-D97C-4B14-92DD-7471BBF6E6E7}"/>
          </ac:picMkLst>
        </pc:picChg>
        <pc:picChg chg="add mod">
          <ac:chgData name="Baltisar Oswald" userId="b7919bc2d5f9708a" providerId="Windows Live" clId="Web-{93CE12BC-2AA9-4EFE-A90B-F8CDC394AFD7}" dt="2022-11-10T14:24:35.100" v="16" actId="1076"/>
          <ac:picMkLst>
            <pc:docMk/>
            <pc:sldMk cId="0" sldId="256"/>
            <ac:picMk id="5" creationId="{F41F8998-3CDB-0646-378A-F6E25E90F766}"/>
          </ac:picMkLst>
        </pc:picChg>
      </pc:sldChg>
      <pc:sldChg chg="modSp mod setBg">
        <pc:chgData name="Baltisar Oswald" userId="b7919bc2d5f9708a" providerId="Windows Live" clId="Web-{93CE12BC-2AA9-4EFE-A90B-F8CDC394AFD7}" dt="2022-11-10T14:28:28.371" v="17" actId="20577"/>
        <pc:sldMkLst>
          <pc:docMk/>
          <pc:sldMk cId="0" sldId="257"/>
        </pc:sldMkLst>
        <pc:spChg chg="mod">
          <ac:chgData name="Baltisar Oswald" userId="b7919bc2d5f9708a" providerId="Windows Live" clId="Web-{93CE12BC-2AA9-4EFE-A90B-F8CDC394AFD7}" dt="2022-11-10T14:28:28.371" v="17" actId="20577"/>
          <ac:spMkLst>
            <pc:docMk/>
            <pc:sldMk cId="0" sldId="257"/>
            <ac:spMk id="14339" creationId="{00000000-0000-0000-0000-000000000000}"/>
          </ac:spMkLst>
        </pc:spChg>
      </pc:sldChg>
      <pc:sldChg chg="modSp">
        <pc:chgData name="Baltisar Oswald" userId="b7919bc2d5f9708a" providerId="Windows Live" clId="Web-{93CE12BC-2AA9-4EFE-A90B-F8CDC394AFD7}" dt="2022-11-10T14:14:45.117" v="10"/>
        <pc:sldMkLst>
          <pc:docMk/>
          <pc:sldMk cId="0" sldId="270"/>
        </pc:sldMkLst>
        <pc:spChg chg="mod">
          <ac:chgData name="Baltisar Oswald" userId="b7919bc2d5f9708a" providerId="Windows Live" clId="Web-{93CE12BC-2AA9-4EFE-A90B-F8CDC394AFD7}" dt="2022-11-10T14:14:45.117" v="10"/>
          <ac:spMkLst>
            <pc:docMk/>
            <pc:sldMk cId="0" sldId="270"/>
            <ac:spMk id="3" creationId="{00000000-0000-0000-0000-000000000000}"/>
          </ac:spMkLst>
        </pc:spChg>
      </pc:sldChg>
      <pc:sldChg chg="modSp">
        <pc:chgData name="Baltisar Oswald" userId="b7919bc2d5f9708a" providerId="Windows Live" clId="Web-{93CE12BC-2AA9-4EFE-A90B-F8CDC394AFD7}" dt="2022-11-10T14:14:45.117" v="10"/>
        <pc:sldMkLst>
          <pc:docMk/>
          <pc:sldMk cId="0" sldId="275"/>
        </pc:sldMkLst>
        <pc:spChg chg="mod">
          <ac:chgData name="Baltisar Oswald" userId="b7919bc2d5f9708a" providerId="Windows Live" clId="Web-{93CE12BC-2AA9-4EFE-A90B-F8CDC394AFD7}" dt="2022-11-10T14:14:45.117" v="10"/>
          <ac:spMkLst>
            <pc:docMk/>
            <pc:sldMk cId="0" sldId="275"/>
            <ac:spMk id="5" creationId="{00000000-0000-0000-0000-000000000000}"/>
          </ac:spMkLst>
        </pc:spChg>
      </pc:sldChg>
      <pc:sldChg chg="modSp">
        <pc:chgData name="Baltisar Oswald" userId="b7919bc2d5f9708a" providerId="Windows Live" clId="Web-{93CE12BC-2AA9-4EFE-A90B-F8CDC394AFD7}" dt="2022-11-10T14:14:45.117" v="10"/>
        <pc:sldMkLst>
          <pc:docMk/>
          <pc:sldMk cId="3997978184" sldId="294"/>
        </pc:sldMkLst>
        <pc:spChg chg="mod">
          <ac:chgData name="Baltisar Oswald" userId="b7919bc2d5f9708a" providerId="Windows Live" clId="Web-{93CE12BC-2AA9-4EFE-A90B-F8CDC394AFD7}" dt="2022-11-10T14:14:45.117" v="10"/>
          <ac:spMkLst>
            <pc:docMk/>
            <pc:sldMk cId="3997978184" sldId="294"/>
            <ac:spMk id="3" creationId="{00000000-0000-0000-0000-000000000000}"/>
          </ac:spMkLst>
        </pc:spChg>
      </pc:sldChg>
      <pc:sldChg chg="addSp delSp modSp delAnim">
        <pc:chgData name="Baltisar Oswald" userId="b7919bc2d5f9708a" providerId="Windows Live" clId="Web-{93CE12BC-2AA9-4EFE-A90B-F8CDC394AFD7}" dt="2022-11-10T14:49:35.921" v="25" actId="1076"/>
        <pc:sldMkLst>
          <pc:docMk/>
          <pc:sldMk cId="4290034313" sldId="298"/>
        </pc:sldMkLst>
        <pc:spChg chg="del">
          <ac:chgData name="Baltisar Oswald" userId="b7919bc2d5f9708a" providerId="Windows Live" clId="Web-{93CE12BC-2AA9-4EFE-A90B-F8CDC394AFD7}" dt="2022-11-10T14:28:57.215" v="20"/>
          <ac:spMkLst>
            <pc:docMk/>
            <pc:sldMk cId="4290034313" sldId="298"/>
            <ac:spMk id="2" creationId="{69370660-CEED-490F-B486-E41BA4442F7F}"/>
          </ac:spMkLst>
        </pc:spChg>
        <pc:spChg chg="mod">
          <ac:chgData name="Baltisar Oswald" userId="b7919bc2d5f9708a" providerId="Windows Live" clId="Web-{93CE12BC-2AA9-4EFE-A90B-F8CDC394AFD7}" dt="2022-11-10T14:14:45.117" v="10"/>
          <ac:spMkLst>
            <pc:docMk/>
            <pc:sldMk cId="4290034313" sldId="298"/>
            <ac:spMk id="5" creationId="{DC26B46B-F21A-4028-A688-1FBF4CE54F08}"/>
          </ac:spMkLst>
        </pc:spChg>
        <pc:spChg chg="del">
          <ac:chgData name="Baltisar Oswald" userId="b7919bc2d5f9708a" providerId="Windows Live" clId="Web-{93CE12BC-2AA9-4EFE-A90B-F8CDC394AFD7}" dt="2022-11-10T14:29:01.919" v="22"/>
          <ac:spMkLst>
            <pc:docMk/>
            <pc:sldMk cId="4290034313" sldId="298"/>
            <ac:spMk id="10" creationId="{58CD6341-968C-43AA-81CD-283A2964E862}"/>
          </ac:spMkLst>
        </pc:spChg>
        <pc:picChg chg="add mod">
          <ac:chgData name="Baltisar Oswald" userId="b7919bc2d5f9708a" providerId="Windows Live" clId="Web-{93CE12BC-2AA9-4EFE-A90B-F8CDC394AFD7}" dt="2022-11-10T14:49:35.921" v="25" actId="1076"/>
          <ac:picMkLst>
            <pc:docMk/>
            <pc:sldMk cId="4290034313" sldId="298"/>
            <ac:picMk id="7" creationId="{0FBCBB08-4EDB-D8F4-9A0E-8CF1A8F54E1B}"/>
          </ac:picMkLst>
        </pc:picChg>
        <pc:picChg chg="del">
          <ac:chgData name="Baltisar Oswald" userId="b7919bc2d5f9708a" providerId="Windows Live" clId="Web-{93CE12BC-2AA9-4EFE-A90B-F8CDC394AFD7}" dt="2022-11-10T14:28:57.215" v="19"/>
          <ac:picMkLst>
            <pc:docMk/>
            <pc:sldMk cId="4290034313" sldId="298"/>
            <ac:picMk id="1026" creationId="{EFA4028E-E918-494E-AF20-A321A2F419A9}"/>
          </ac:picMkLst>
        </pc:picChg>
        <pc:picChg chg="del">
          <ac:chgData name="Baltisar Oswald" userId="b7919bc2d5f9708a" providerId="Windows Live" clId="Web-{93CE12BC-2AA9-4EFE-A90B-F8CDC394AFD7}" dt="2022-11-10T14:28:57.215" v="21"/>
          <ac:picMkLst>
            <pc:docMk/>
            <pc:sldMk cId="4290034313" sldId="298"/>
            <ac:picMk id="1028" creationId="{24AC7F89-EF22-48D3-9EB3-FBBDEF1DE06F}"/>
          </ac:picMkLst>
        </pc:picChg>
        <pc:picChg chg="del">
          <ac:chgData name="Baltisar Oswald" userId="b7919bc2d5f9708a" providerId="Windows Live" clId="Web-{93CE12BC-2AA9-4EFE-A90B-F8CDC394AFD7}" dt="2022-11-10T14:28:57.215" v="18"/>
          <ac:picMkLst>
            <pc:docMk/>
            <pc:sldMk cId="4290034313" sldId="298"/>
            <ac:picMk id="1030" creationId="{1A8BF104-309B-49C0-93D4-35EF06E9DC15}"/>
          </ac:picMkLst>
        </pc:picChg>
      </pc:sldChg>
      <pc:sldChg chg="modSp">
        <pc:chgData name="Baltisar Oswald" userId="b7919bc2d5f9708a" providerId="Windows Live" clId="Web-{93CE12BC-2AA9-4EFE-A90B-F8CDC394AFD7}" dt="2022-11-10T14:14:45.117" v="10"/>
        <pc:sldMkLst>
          <pc:docMk/>
          <pc:sldMk cId="3810637871" sldId="299"/>
        </pc:sldMkLst>
        <pc:spChg chg="mod">
          <ac:chgData name="Baltisar Oswald" userId="b7919bc2d5f9708a" providerId="Windows Live" clId="Web-{93CE12BC-2AA9-4EFE-A90B-F8CDC394AFD7}" dt="2022-11-10T14:14:45.117" v="10"/>
          <ac:spMkLst>
            <pc:docMk/>
            <pc:sldMk cId="3810637871" sldId="299"/>
            <ac:spMk id="3" creationId="{00000000-0000-0000-0000-000000000000}"/>
          </ac:spMkLst>
        </pc:spChg>
      </pc:sldChg>
      <pc:sldChg chg="modSp">
        <pc:chgData name="Baltisar Oswald" userId="b7919bc2d5f9708a" providerId="Windows Live" clId="Web-{93CE12BC-2AA9-4EFE-A90B-F8CDC394AFD7}" dt="2022-11-10T14:14:45.117" v="10"/>
        <pc:sldMkLst>
          <pc:docMk/>
          <pc:sldMk cId="669149561" sldId="305"/>
        </pc:sldMkLst>
        <pc:spChg chg="mod">
          <ac:chgData name="Baltisar Oswald" userId="b7919bc2d5f9708a" providerId="Windows Live" clId="Web-{93CE12BC-2AA9-4EFE-A90B-F8CDC394AFD7}" dt="2022-11-10T14:14:45.117" v="10"/>
          <ac:spMkLst>
            <pc:docMk/>
            <pc:sldMk cId="669149561" sldId="305"/>
            <ac:spMk id="5" creationId="{28560E64-E80E-41FC-8AD3-ABB2243876D5}"/>
          </ac:spMkLst>
        </pc:spChg>
      </pc:sldChg>
      <pc:sldChg chg="modSp">
        <pc:chgData name="Baltisar Oswald" userId="b7919bc2d5f9708a" providerId="Windows Live" clId="Web-{93CE12BC-2AA9-4EFE-A90B-F8CDC394AFD7}" dt="2022-11-10T14:14:45.117" v="10"/>
        <pc:sldMkLst>
          <pc:docMk/>
          <pc:sldMk cId="1632505695" sldId="311"/>
        </pc:sldMkLst>
        <pc:spChg chg="mod">
          <ac:chgData name="Baltisar Oswald" userId="b7919bc2d5f9708a" providerId="Windows Live" clId="Web-{93CE12BC-2AA9-4EFE-A90B-F8CDC394AFD7}" dt="2022-11-10T14:14:45.117" v="10"/>
          <ac:spMkLst>
            <pc:docMk/>
            <pc:sldMk cId="1632505695" sldId="311"/>
            <ac:spMk id="5" creationId="{C708BC6C-9B68-477F-A662-58265FAAB170}"/>
          </ac:spMkLst>
        </pc:spChg>
      </pc:sldChg>
      <pc:sldChg chg="modSp">
        <pc:chgData name="Baltisar Oswald" userId="b7919bc2d5f9708a" providerId="Windows Live" clId="Web-{93CE12BC-2AA9-4EFE-A90B-F8CDC394AFD7}" dt="2022-11-10T14:14:45.117" v="10"/>
        <pc:sldMkLst>
          <pc:docMk/>
          <pc:sldMk cId="385472013" sldId="314"/>
        </pc:sldMkLst>
        <pc:spChg chg="mod">
          <ac:chgData name="Baltisar Oswald" userId="b7919bc2d5f9708a" providerId="Windows Live" clId="Web-{93CE12BC-2AA9-4EFE-A90B-F8CDC394AFD7}" dt="2022-11-10T14:14:45.117" v="10"/>
          <ac:spMkLst>
            <pc:docMk/>
            <pc:sldMk cId="385472013" sldId="314"/>
            <ac:spMk id="5" creationId="{8B45510D-1676-4721-B436-9842C238F27F}"/>
          </ac:spMkLst>
        </pc:spChg>
      </pc:sldChg>
      <pc:sldChg chg="modSp">
        <pc:chgData name="Baltisar Oswald" userId="b7919bc2d5f9708a" providerId="Windows Live" clId="Web-{93CE12BC-2AA9-4EFE-A90B-F8CDC394AFD7}" dt="2022-11-10T14:14:45.117" v="10"/>
        <pc:sldMkLst>
          <pc:docMk/>
          <pc:sldMk cId="106807467" sldId="315"/>
        </pc:sldMkLst>
        <pc:spChg chg="mod">
          <ac:chgData name="Baltisar Oswald" userId="b7919bc2d5f9708a" providerId="Windows Live" clId="Web-{93CE12BC-2AA9-4EFE-A90B-F8CDC394AFD7}" dt="2022-11-10T14:14:45.117" v="10"/>
          <ac:spMkLst>
            <pc:docMk/>
            <pc:sldMk cId="106807467" sldId="315"/>
            <ac:spMk id="3" creationId="{00000000-0000-0000-0000-000000000000}"/>
          </ac:spMkLst>
        </pc:spChg>
      </pc:sldChg>
      <pc:sldChg chg="modSp">
        <pc:chgData name="Baltisar Oswald" userId="b7919bc2d5f9708a" providerId="Windows Live" clId="Web-{93CE12BC-2AA9-4EFE-A90B-F8CDC394AFD7}" dt="2022-11-10T14:14:45.117" v="10"/>
        <pc:sldMkLst>
          <pc:docMk/>
          <pc:sldMk cId="317677144" sldId="316"/>
        </pc:sldMkLst>
        <pc:spChg chg="mod">
          <ac:chgData name="Baltisar Oswald" userId="b7919bc2d5f9708a" providerId="Windows Live" clId="Web-{93CE12BC-2AA9-4EFE-A90B-F8CDC394AFD7}" dt="2022-11-10T14:14:45.117" v="10"/>
          <ac:spMkLst>
            <pc:docMk/>
            <pc:sldMk cId="317677144" sldId="316"/>
            <ac:spMk id="3" creationId="{00000000-0000-0000-0000-000000000000}"/>
          </ac:spMkLst>
        </pc:spChg>
      </pc:sldChg>
      <pc:sldChg chg="new del">
        <pc:chgData name="Baltisar Oswald" userId="b7919bc2d5f9708a" providerId="Windows Live" clId="Web-{93CE12BC-2AA9-4EFE-A90B-F8CDC394AFD7}" dt="2022-11-10T14:16:56.308" v="12"/>
        <pc:sldMkLst>
          <pc:docMk/>
          <pc:sldMk cId="4261719531" sldId="317"/>
        </pc:sldMkLst>
      </pc:sldChg>
      <pc:sldMasterChg chg="modSp mod modSldLayout">
        <pc:chgData name="Baltisar Oswald" userId="b7919bc2d5f9708a" providerId="Windows Live" clId="Web-{93CE12BC-2AA9-4EFE-A90B-F8CDC394AFD7}" dt="2022-11-10T14:14:45.117" v="10"/>
        <pc:sldMasterMkLst>
          <pc:docMk/>
          <pc:sldMasterMk cId="0" sldId="2147483648"/>
        </pc:sldMasterMkLst>
        <pc:spChg chg="mod">
          <ac:chgData name="Baltisar Oswald" userId="b7919bc2d5f9708a" providerId="Windows Live" clId="Web-{93CE12BC-2AA9-4EFE-A90B-F8CDC394AFD7}" dt="2022-11-10T14:14:45.117" v="10"/>
          <ac:spMkLst>
            <pc:docMk/>
            <pc:sldMasterMk cId="0" sldId="2147483648"/>
            <ac:spMk id="1029" creationId="{00000000-0000-0000-0000-000000000000}"/>
          </ac:spMkLst>
        </pc:spChg>
        <pc:sldLayoutChg chg="mod">
          <pc:chgData name="Baltisar Oswald" userId="b7919bc2d5f9708a" providerId="Windows Live" clId="Web-{93CE12BC-2AA9-4EFE-A90B-F8CDC394AFD7}" dt="2022-11-10T14:14:45.117" v="10"/>
          <pc:sldLayoutMkLst>
            <pc:docMk/>
            <pc:sldMasterMk cId="0" sldId="2147483648"/>
            <pc:sldLayoutMk cId="3126053069" sldId="2147483684"/>
          </pc:sldLayoutMkLst>
        </pc:sldLayoutChg>
        <pc:sldLayoutChg chg="modSp mod">
          <pc:chgData name="Baltisar Oswald" userId="b7919bc2d5f9708a" providerId="Windows Live" clId="Web-{93CE12BC-2AA9-4EFE-A90B-F8CDC394AFD7}" dt="2022-11-10T14:14:45.117" v="10"/>
          <pc:sldLayoutMkLst>
            <pc:docMk/>
            <pc:sldMasterMk cId="0" sldId="2147483648"/>
            <pc:sldLayoutMk cId="2362686361" sldId="2147483686"/>
          </pc:sldLayoutMkLst>
          <pc:spChg chg="mod">
            <ac:chgData name="Baltisar Oswald" userId="b7919bc2d5f9708a" providerId="Windows Live" clId="Web-{93CE12BC-2AA9-4EFE-A90B-F8CDC394AFD7}" dt="2022-11-10T14:14:45.117" v="10"/>
            <ac:spMkLst>
              <pc:docMk/>
              <pc:sldMasterMk cId="0" sldId="2147483648"/>
              <pc:sldLayoutMk cId="2362686361" sldId="2147483686"/>
              <ac:spMk id="11" creationId="{ACDBC01B-78D2-5140-986A-9FC04C0F905B}"/>
            </ac:spMkLst>
          </pc:spChg>
        </pc:sldLayoutChg>
        <pc:sldLayoutChg chg="mod">
          <pc:chgData name="Baltisar Oswald" userId="b7919bc2d5f9708a" providerId="Windows Live" clId="Web-{93CE12BC-2AA9-4EFE-A90B-F8CDC394AFD7}" dt="2022-11-10T14:14:45.117" v="10"/>
          <pc:sldLayoutMkLst>
            <pc:docMk/>
            <pc:sldMasterMk cId="0" sldId="2147483648"/>
            <pc:sldLayoutMk cId="3077079464" sldId="2147483687"/>
          </pc:sldLayoutMkLst>
        </pc:sldLayoutChg>
      </pc:sldMasterChg>
    </pc:docChg>
  </pc:docChgLst>
  <pc:docChgLst>
    <pc:chgData name="A Grütter" userId="e78c002283f2c33b" providerId="Windows Live" clId="Web-{671E80CA-FC4B-4EE1-8D6B-68FFBB7B1111}"/>
    <pc:docChg chg="mod delSld modSld modMainMaster">
      <pc:chgData name="A Grütter" userId="e78c002283f2c33b" providerId="Windows Live" clId="Web-{671E80CA-FC4B-4EE1-8D6B-68FFBB7B1111}" dt="2023-11-09T17:12:51.308" v="136"/>
      <pc:docMkLst>
        <pc:docMk/>
      </pc:docMkLst>
      <pc:sldChg chg="modSp">
        <pc:chgData name="A Grütter" userId="e78c002283f2c33b" providerId="Windows Live" clId="Web-{671E80CA-FC4B-4EE1-8D6B-68FFBB7B1111}" dt="2023-11-09T16:54:28.638" v="5" actId="20577"/>
        <pc:sldMkLst>
          <pc:docMk/>
          <pc:sldMk cId="0" sldId="256"/>
        </pc:sldMkLst>
        <pc:spChg chg="mod">
          <ac:chgData name="A Grütter" userId="e78c002283f2c33b" providerId="Windows Live" clId="Web-{671E80CA-FC4B-4EE1-8D6B-68FFBB7B1111}" dt="2023-11-09T16:54:28.638" v="5" actId="20577"/>
          <ac:spMkLst>
            <pc:docMk/>
            <pc:sldMk cId="0" sldId="256"/>
            <ac:spMk id="3" creationId="{00000000-0000-0000-0000-000000000000}"/>
          </ac:spMkLst>
        </pc:spChg>
      </pc:sldChg>
      <pc:sldChg chg="modSp">
        <pc:chgData name="A Grütter" userId="e78c002283f2c33b" providerId="Windows Live" clId="Web-{671E80CA-FC4B-4EE1-8D6B-68FFBB7B1111}" dt="2023-11-09T17:12:41.276" v="134"/>
        <pc:sldMkLst>
          <pc:docMk/>
          <pc:sldMk cId="0" sldId="257"/>
        </pc:sldMkLst>
        <pc:spChg chg="mod">
          <ac:chgData name="A Grütter" userId="e78c002283f2c33b" providerId="Windows Live" clId="Web-{671E80CA-FC4B-4EE1-8D6B-68FFBB7B1111}" dt="2023-11-09T17:12:41.276" v="134"/>
          <ac:spMkLst>
            <pc:docMk/>
            <pc:sldMk cId="0" sldId="257"/>
            <ac:spMk id="3" creationId="{00000000-0000-0000-0000-000000000000}"/>
          </ac:spMkLst>
        </pc:spChg>
      </pc:sldChg>
      <pc:sldChg chg="modSp">
        <pc:chgData name="A Grütter" userId="e78c002283f2c33b" providerId="Windows Live" clId="Web-{671E80CA-FC4B-4EE1-8D6B-68FFBB7B1111}" dt="2023-11-09T17:12:51.308" v="136"/>
        <pc:sldMkLst>
          <pc:docMk/>
          <pc:sldMk cId="0" sldId="270"/>
        </pc:sldMkLst>
        <pc:spChg chg="mod">
          <ac:chgData name="A Grütter" userId="e78c002283f2c33b" providerId="Windows Live" clId="Web-{671E80CA-FC4B-4EE1-8D6B-68FFBB7B1111}" dt="2023-11-09T17:12:51.308" v="136"/>
          <ac:spMkLst>
            <pc:docMk/>
            <pc:sldMk cId="0" sldId="270"/>
            <ac:spMk id="3" creationId="{00000000-0000-0000-0000-000000000000}"/>
          </ac:spMkLst>
        </pc:spChg>
        <pc:spChg chg="mod">
          <ac:chgData name="A Grütter" userId="e78c002283f2c33b" providerId="Windows Live" clId="Web-{671E80CA-FC4B-4EE1-8D6B-68FFBB7B1111}" dt="2023-11-09T17:11:27.226" v="118" actId="20577"/>
          <ac:spMkLst>
            <pc:docMk/>
            <pc:sldMk cId="0" sldId="270"/>
            <ac:spMk id="5" creationId="{00000000-0000-0000-0000-000000000000}"/>
          </ac:spMkLst>
        </pc:spChg>
        <pc:spChg chg="mod">
          <ac:chgData name="A Grütter" userId="e78c002283f2c33b" providerId="Windows Live" clId="Web-{671E80CA-FC4B-4EE1-8D6B-68FFBB7B1111}" dt="2023-11-09T17:11:34.477" v="120" actId="20577"/>
          <ac:spMkLst>
            <pc:docMk/>
            <pc:sldMk cId="0" sldId="270"/>
            <ac:spMk id="19458" creationId="{00000000-0000-0000-0000-000000000000}"/>
          </ac:spMkLst>
        </pc:spChg>
      </pc:sldChg>
      <pc:sldChg chg="modSp">
        <pc:chgData name="A Grütter" userId="e78c002283f2c33b" providerId="Windows Live" clId="Web-{671E80CA-FC4B-4EE1-8D6B-68FFBB7B1111}" dt="2023-11-09T17:12:51.308" v="136"/>
        <pc:sldMkLst>
          <pc:docMk/>
          <pc:sldMk cId="0" sldId="275"/>
        </pc:sldMkLst>
        <pc:spChg chg="mod">
          <ac:chgData name="A Grütter" userId="e78c002283f2c33b" providerId="Windows Live" clId="Web-{671E80CA-FC4B-4EE1-8D6B-68FFBB7B1111}" dt="2023-11-09T17:12:51.308" v="136"/>
          <ac:spMkLst>
            <pc:docMk/>
            <pc:sldMk cId="0" sldId="275"/>
            <ac:spMk id="5" creationId="{00000000-0000-0000-0000-000000000000}"/>
          </ac:spMkLst>
        </pc:spChg>
      </pc:sldChg>
      <pc:sldChg chg="modSp">
        <pc:chgData name="A Grütter" userId="e78c002283f2c33b" providerId="Windows Live" clId="Web-{671E80CA-FC4B-4EE1-8D6B-68FFBB7B1111}" dt="2023-11-09T17:12:51.308" v="136"/>
        <pc:sldMkLst>
          <pc:docMk/>
          <pc:sldMk cId="3997978184" sldId="294"/>
        </pc:sldMkLst>
        <pc:spChg chg="mod">
          <ac:chgData name="A Grütter" userId="e78c002283f2c33b" providerId="Windows Live" clId="Web-{671E80CA-FC4B-4EE1-8D6B-68FFBB7B1111}" dt="2023-11-09T17:12:51.308" v="136"/>
          <ac:spMkLst>
            <pc:docMk/>
            <pc:sldMk cId="3997978184" sldId="294"/>
            <ac:spMk id="3" creationId="{00000000-0000-0000-0000-000000000000}"/>
          </ac:spMkLst>
        </pc:spChg>
      </pc:sldChg>
      <pc:sldChg chg="modSp">
        <pc:chgData name="A Grütter" userId="e78c002283f2c33b" providerId="Windows Live" clId="Web-{671E80CA-FC4B-4EE1-8D6B-68FFBB7B1111}" dt="2023-11-09T17:12:51.308" v="136"/>
        <pc:sldMkLst>
          <pc:docMk/>
          <pc:sldMk cId="3810637871" sldId="299"/>
        </pc:sldMkLst>
        <pc:spChg chg="mod">
          <ac:chgData name="A Grütter" userId="e78c002283f2c33b" providerId="Windows Live" clId="Web-{671E80CA-FC4B-4EE1-8D6B-68FFBB7B1111}" dt="2023-11-09T17:12:51.308" v="136"/>
          <ac:spMkLst>
            <pc:docMk/>
            <pc:sldMk cId="3810637871" sldId="299"/>
            <ac:spMk id="3" creationId="{00000000-0000-0000-0000-000000000000}"/>
          </ac:spMkLst>
        </pc:spChg>
        <pc:spChg chg="mod">
          <ac:chgData name="A Grütter" userId="e78c002283f2c33b" providerId="Windows Live" clId="Web-{671E80CA-FC4B-4EE1-8D6B-68FFBB7B1111}" dt="2023-11-09T17:09:10.987" v="103" actId="20577"/>
          <ac:spMkLst>
            <pc:docMk/>
            <pc:sldMk cId="3810637871" sldId="299"/>
            <ac:spMk id="5126" creationId="{00000000-0000-0000-0000-000000000000}"/>
          </ac:spMkLst>
        </pc:spChg>
      </pc:sldChg>
      <pc:sldChg chg="modSp">
        <pc:chgData name="A Grütter" userId="e78c002283f2c33b" providerId="Windows Live" clId="Web-{671E80CA-FC4B-4EE1-8D6B-68FFBB7B1111}" dt="2023-11-09T17:12:51.308" v="136"/>
        <pc:sldMkLst>
          <pc:docMk/>
          <pc:sldMk cId="669149561" sldId="305"/>
        </pc:sldMkLst>
        <pc:spChg chg="mod">
          <ac:chgData name="A Grütter" userId="e78c002283f2c33b" providerId="Windows Live" clId="Web-{671E80CA-FC4B-4EE1-8D6B-68FFBB7B1111}" dt="2023-11-09T17:12:51.308" v="136"/>
          <ac:spMkLst>
            <pc:docMk/>
            <pc:sldMk cId="669149561" sldId="305"/>
            <ac:spMk id="5" creationId="{28560E64-E80E-41FC-8AD3-ABB2243876D5}"/>
          </ac:spMkLst>
        </pc:spChg>
      </pc:sldChg>
      <pc:sldChg chg="modSp">
        <pc:chgData name="A Grütter" userId="e78c002283f2c33b" providerId="Windows Live" clId="Web-{671E80CA-FC4B-4EE1-8D6B-68FFBB7B1111}" dt="2023-11-09T17:12:51.308" v="136"/>
        <pc:sldMkLst>
          <pc:docMk/>
          <pc:sldMk cId="1632505695" sldId="311"/>
        </pc:sldMkLst>
        <pc:spChg chg="mod">
          <ac:chgData name="A Grütter" userId="e78c002283f2c33b" providerId="Windows Live" clId="Web-{671E80CA-FC4B-4EE1-8D6B-68FFBB7B1111}" dt="2023-11-09T17:12:51.308" v="136"/>
          <ac:spMkLst>
            <pc:docMk/>
            <pc:sldMk cId="1632505695" sldId="311"/>
            <ac:spMk id="5" creationId="{C708BC6C-9B68-477F-A662-58265FAAB170}"/>
          </ac:spMkLst>
        </pc:spChg>
      </pc:sldChg>
      <pc:sldChg chg="del">
        <pc:chgData name="A Grütter" userId="e78c002283f2c33b" providerId="Windows Live" clId="Web-{671E80CA-FC4B-4EE1-8D6B-68FFBB7B1111}" dt="2023-11-09T17:09:35.472" v="107"/>
        <pc:sldMkLst>
          <pc:docMk/>
          <pc:sldMk cId="385472013" sldId="314"/>
        </pc:sldMkLst>
      </pc:sldChg>
      <pc:sldChg chg="del">
        <pc:chgData name="A Grütter" userId="e78c002283f2c33b" providerId="Windows Live" clId="Web-{671E80CA-FC4B-4EE1-8D6B-68FFBB7B1111}" dt="2023-11-09T17:09:35.472" v="105"/>
        <pc:sldMkLst>
          <pc:docMk/>
          <pc:sldMk cId="2633504219" sldId="319"/>
        </pc:sldMkLst>
      </pc:sldChg>
      <pc:sldChg chg="del">
        <pc:chgData name="A Grütter" userId="e78c002283f2c33b" providerId="Windows Live" clId="Web-{671E80CA-FC4B-4EE1-8D6B-68FFBB7B1111}" dt="2023-11-09T17:09:35.472" v="104"/>
        <pc:sldMkLst>
          <pc:docMk/>
          <pc:sldMk cId="1821078378" sldId="320"/>
        </pc:sldMkLst>
      </pc:sldChg>
      <pc:sldChg chg="del">
        <pc:chgData name="A Grütter" userId="e78c002283f2c33b" providerId="Windows Live" clId="Web-{671E80CA-FC4B-4EE1-8D6B-68FFBB7B1111}" dt="2023-11-09T17:09:35.472" v="106"/>
        <pc:sldMkLst>
          <pc:docMk/>
          <pc:sldMk cId="1162292128" sldId="321"/>
        </pc:sldMkLst>
      </pc:sldChg>
      <pc:sldMasterChg chg="modSp mod modSldLayout">
        <pc:chgData name="A Grütter" userId="e78c002283f2c33b" providerId="Windows Live" clId="Web-{671E80CA-FC4B-4EE1-8D6B-68FFBB7B1111}" dt="2023-11-09T17:12:51.308" v="136"/>
        <pc:sldMasterMkLst>
          <pc:docMk/>
          <pc:sldMasterMk cId="0" sldId="2147483648"/>
        </pc:sldMasterMkLst>
        <pc:spChg chg="mod">
          <ac:chgData name="A Grütter" userId="e78c002283f2c33b" providerId="Windows Live" clId="Web-{671E80CA-FC4B-4EE1-8D6B-68FFBB7B1111}" dt="2023-11-09T17:12:51.308" v="136"/>
          <ac:spMkLst>
            <pc:docMk/>
            <pc:sldMasterMk cId="0" sldId="2147483648"/>
            <ac:spMk id="1029" creationId="{00000000-0000-0000-0000-000000000000}"/>
          </ac:spMkLst>
        </pc:spChg>
        <pc:sldLayoutChg chg="mod">
          <pc:chgData name="A Grütter" userId="e78c002283f2c33b" providerId="Windows Live" clId="Web-{671E80CA-FC4B-4EE1-8D6B-68FFBB7B1111}" dt="2023-11-09T17:12:51.308" v="136"/>
          <pc:sldLayoutMkLst>
            <pc:docMk/>
            <pc:sldMasterMk cId="0" sldId="2147483648"/>
            <pc:sldLayoutMk cId="3126053069" sldId="2147483684"/>
          </pc:sldLayoutMkLst>
        </pc:sldLayoutChg>
        <pc:sldLayoutChg chg="modSp mod">
          <pc:chgData name="A Grütter" userId="e78c002283f2c33b" providerId="Windows Live" clId="Web-{671E80CA-FC4B-4EE1-8D6B-68FFBB7B1111}" dt="2023-11-09T17:12:51.308" v="136"/>
          <pc:sldLayoutMkLst>
            <pc:docMk/>
            <pc:sldMasterMk cId="0" sldId="2147483648"/>
            <pc:sldLayoutMk cId="2362686361" sldId="2147483686"/>
          </pc:sldLayoutMkLst>
          <pc:spChg chg="mod">
            <ac:chgData name="A Grütter" userId="e78c002283f2c33b" providerId="Windows Live" clId="Web-{671E80CA-FC4B-4EE1-8D6B-68FFBB7B1111}" dt="2023-11-09T17:12:51.308" v="136"/>
            <ac:spMkLst>
              <pc:docMk/>
              <pc:sldMasterMk cId="0" sldId="2147483648"/>
              <pc:sldLayoutMk cId="2362686361" sldId="2147483686"/>
              <ac:spMk id="11" creationId="{ACDBC01B-78D2-5140-986A-9FC04C0F905B}"/>
            </ac:spMkLst>
          </pc:spChg>
        </pc:sldLayoutChg>
        <pc:sldLayoutChg chg="mod">
          <pc:chgData name="A Grütter" userId="e78c002283f2c33b" providerId="Windows Live" clId="Web-{671E80CA-FC4B-4EE1-8D6B-68FFBB7B1111}" dt="2023-11-09T17:12:51.308" v="136"/>
          <pc:sldLayoutMkLst>
            <pc:docMk/>
            <pc:sldMasterMk cId="0" sldId="2147483648"/>
            <pc:sldLayoutMk cId="3077079464" sldId="2147483687"/>
          </pc:sldLayoutMkLst>
        </pc:sldLayoutChg>
      </pc:sldMasterChg>
    </pc:docChg>
  </pc:docChgLst>
  <pc:docChgLst>
    <pc:chgData name="Baltisar Oswald" userId="b7919bc2d5f9708a" providerId="Windows Live" clId="Web-{CA3D1F89-760D-4BC4-8D66-99FCAEA15A70}"/>
    <pc:docChg chg="modSld">
      <pc:chgData name="Baltisar Oswald" userId="b7919bc2d5f9708a" providerId="Windows Live" clId="Web-{CA3D1F89-760D-4BC4-8D66-99FCAEA15A70}" dt="2022-11-10T14:05:12.906" v="36" actId="20577"/>
      <pc:docMkLst>
        <pc:docMk/>
      </pc:docMkLst>
      <pc:sldChg chg="modSp">
        <pc:chgData name="Baltisar Oswald" userId="b7919bc2d5f9708a" providerId="Windows Live" clId="Web-{CA3D1F89-760D-4BC4-8D66-99FCAEA15A70}" dt="2022-11-10T14:02:38.634" v="3" actId="20577"/>
        <pc:sldMkLst>
          <pc:docMk/>
          <pc:sldMk cId="0" sldId="256"/>
        </pc:sldMkLst>
        <pc:spChg chg="mod">
          <ac:chgData name="Baltisar Oswald" userId="b7919bc2d5f9708a" providerId="Windows Live" clId="Web-{CA3D1F89-760D-4BC4-8D66-99FCAEA15A70}" dt="2022-11-10T14:02:38.634" v="3" actId="20577"/>
          <ac:spMkLst>
            <pc:docMk/>
            <pc:sldMk cId="0" sldId="256"/>
            <ac:spMk id="3" creationId="{00000000-0000-0000-0000-000000000000}"/>
          </ac:spMkLst>
        </pc:spChg>
      </pc:sldChg>
      <pc:sldChg chg="modSp">
        <pc:chgData name="Baltisar Oswald" userId="b7919bc2d5f9708a" providerId="Windows Live" clId="Web-{CA3D1F89-760D-4BC4-8D66-99FCAEA15A70}" dt="2022-11-10T14:05:12.906" v="36" actId="20577"/>
        <pc:sldMkLst>
          <pc:docMk/>
          <pc:sldMk cId="0" sldId="257"/>
        </pc:sldMkLst>
        <pc:spChg chg="mod">
          <ac:chgData name="Baltisar Oswald" userId="b7919bc2d5f9708a" providerId="Windows Live" clId="Web-{CA3D1F89-760D-4BC4-8D66-99FCAEA15A70}" dt="2022-11-10T14:05:12.906" v="36" actId="20577"/>
          <ac:spMkLst>
            <pc:docMk/>
            <pc:sldMk cId="0" sldId="257"/>
            <ac:spMk id="3" creationId="{00000000-0000-0000-0000-000000000000}"/>
          </ac:spMkLst>
        </pc:spChg>
      </pc:sldChg>
      <pc:sldChg chg="modSp">
        <pc:chgData name="Baltisar Oswald" userId="b7919bc2d5f9708a" providerId="Windows Live" clId="Web-{CA3D1F89-760D-4BC4-8D66-99FCAEA15A70}" dt="2022-11-10T14:04:37.983" v="23" actId="20577"/>
        <pc:sldMkLst>
          <pc:docMk/>
          <pc:sldMk cId="0" sldId="270"/>
        </pc:sldMkLst>
        <pc:spChg chg="mod">
          <ac:chgData name="Baltisar Oswald" userId="b7919bc2d5f9708a" providerId="Windows Live" clId="Web-{CA3D1F89-760D-4BC4-8D66-99FCAEA15A70}" dt="2022-11-10T14:04:37.983" v="23" actId="20577"/>
          <ac:spMkLst>
            <pc:docMk/>
            <pc:sldMk cId="0" sldId="270"/>
            <ac:spMk id="5" creationId="{00000000-0000-0000-0000-000000000000}"/>
          </ac:spMkLst>
        </pc:spChg>
        <pc:spChg chg="mod">
          <ac:chgData name="Baltisar Oswald" userId="b7919bc2d5f9708a" providerId="Windows Live" clId="Web-{CA3D1F89-760D-4BC4-8D66-99FCAEA15A70}" dt="2022-11-10T14:04:20.341" v="16" actId="20577"/>
          <ac:spMkLst>
            <pc:docMk/>
            <pc:sldMk cId="0" sldId="270"/>
            <ac:spMk id="19458" creationId="{00000000-0000-0000-0000-000000000000}"/>
          </ac:spMkLst>
        </pc:spChg>
      </pc:sldChg>
      <pc:sldChg chg="modSp">
        <pc:chgData name="Baltisar Oswald" userId="b7919bc2d5f9708a" providerId="Windows Live" clId="Web-{CA3D1F89-760D-4BC4-8D66-99FCAEA15A70}" dt="2022-11-10T14:03:58.106" v="15" actId="20577"/>
        <pc:sldMkLst>
          <pc:docMk/>
          <pc:sldMk cId="3810637871" sldId="299"/>
        </pc:sldMkLst>
        <pc:spChg chg="mod">
          <ac:chgData name="Baltisar Oswald" userId="b7919bc2d5f9708a" providerId="Windows Live" clId="Web-{CA3D1F89-760D-4BC4-8D66-99FCAEA15A70}" dt="2022-11-10T14:03:58.106" v="15" actId="20577"/>
          <ac:spMkLst>
            <pc:docMk/>
            <pc:sldMk cId="3810637871" sldId="299"/>
            <ac:spMk id="5126" creationId="{00000000-0000-0000-0000-000000000000}"/>
          </ac:spMkLst>
        </pc:spChg>
      </pc:sldChg>
      <pc:sldChg chg="delSp delAnim">
        <pc:chgData name="Baltisar Oswald" userId="b7919bc2d5f9708a" providerId="Windows Live" clId="Web-{CA3D1F89-760D-4BC4-8D66-99FCAEA15A70}" dt="2022-11-10T14:04:49.202" v="24"/>
        <pc:sldMkLst>
          <pc:docMk/>
          <pc:sldMk cId="1632505695" sldId="311"/>
        </pc:sldMkLst>
        <pc:picChg chg="del">
          <ac:chgData name="Baltisar Oswald" userId="b7919bc2d5f9708a" providerId="Windows Live" clId="Web-{CA3D1F89-760D-4BC4-8D66-99FCAEA15A70}" dt="2022-11-10T14:04:49.202" v="24"/>
          <ac:picMkLst>
            <pc:docMk/>
            <pc:sldMk cId="1632505695" sldId="311"/>
            <ac:picMk id="3" creationId="{AABBCFC1-A186-4B0A-8952-B69B92B51F77}"/>
          </ac:picMkLst>
        </pc:picChg>
      </pc:sldChg>
    </pc:docChg>
  </pc:docChgLst>
  <pc:docChgLst>
    <pc:chgData name="Baltisar Oswald" userId="b7919bc2d5f9708a" providerId="LiveId" clId="{093B0782-B796-4578-87A2-959F7A511EB6}"/>
    <pc:docChg chg="undo redo custSel addSld delSld modSld sldOrd modMainMaster">
      <pc:chgData name="Baltisar Oswald" userId="b7919bc2d5f9708a" providerId="LiveId" clId="{093B0782-B796-4578-87A2-959F7A511EB6}" dt="2022-11-11T11:45:55.413" v="589" actId="20577"/>
      <pc:docMkLst>
        <pc:docMk/>
      </pc:docMkLst>
      <pc:sldChg chg="delSp mod">
        <pc:chgData name="Baltisar Oswald" userId="b7919bc2d5f9708a" providerId="LiveId" clId="{093B0782-B796-4578-87A2-959F7A511EB6}" dt="2022-11-10T14:59:26.926" v="48" actId="478"/>
        <pc:sldMkLst>
          <pc:docMk/>
          <pc:sldMk cId="0" sldId="256"/>
        </pc:sldMkLst>
        <pc:picChg chg="del">
          <ac:chgData name="Baltisar Oswald" userId="b7919bc2d5f9708a" providerId="LiveId" clId="{093B0782-B796-4578-87A2-959F7A511EB6}" dt="2022-11-10T14:59:26.926" v="48" actId="478"/>
          <ac:picMkLst>
            <pc:docMk/>
            <pc:sldMk cId="0" sldId="256"/>
            <ac:picMk id="5" creationId="{F41F8998-3CDB-0646-378A-F6E25E90F766}"/>
          </ac:picMkLst>
        </pc:picChg>
      </pc:sldChg>
      <pc:sldChg chg="modSp mod setBg">
        <pc:chgData name="Baltisar Oswald" userId="b7919bc2d5f9708a" providerId="LiveId" clId="{093B0782-B796-4578-87A2-959F7A511EB6}" dt="2022-11-10T14:59:38.747" v="65" actId="20577"/>
        <pc:sldMkLst>
          <pc:docMk/>
          <pc:sldMk cId="0" sldId="257"/>
        </pc:sldMkLst>
        <pc:spChg chg="mod">
          <ac:chgData name="Baltisar Oswald" userId="b7919bc2d5f9708a" providerId="LiveId" clId="{093B0782-B796-4578-87A2-959F7A511EB6}" dt="2022-11-10T14:59:38.747" v="65" actId="20577"/>
          <ac:spMkLst>
            <pc:docMk/>
            <pc:sldMk cId="0" sldId="257"/>
            <ac:spMk id="2" creationId="{00000000-0000-0000-0000-000000000000}"/>
          </ac:spMkLst>
        </pc:spChg>
      </pc:sldChg>
      <pc:sldChg chg="modSp mod">
        <pc:chgData name="Baltisar Oswald" userId="b7919bc2d5f9708a" providerId="LiveId" clId="{093B0782-B796-4578-87A2-959F7A511EB6}" dt="2022-11-10T15:10:34.346" v="252"/>
        <pc:sldMkLst>
          <pc:docMk/>
          <pc:sldMk cId="0" sldId="270"/>
        </pc:sldMkLst>
        <pc:spChg chg="mod">
          <ac:chgData name="Baltisar Oswald" userId="b7919bc2d5f9708a" providerId="LiveId" clId="{093B0782-B796-4578-87A2-959F7A511EB6}" dt="2022-11-10T15:10:34.346" v="252"/>
          <ac:spMkLst>
            <pc:docMk/>
            <pc:sldMk cId="0" sldId="270"/>
            <ac:spMk id="5" creationId="{00000000-0000-0000-0000-000000000000}"/>
          </ac:spMkLst>
        </pc:spChg>
      </pc:sldChg>
      <pc:sldChg chg="addSp delSp modSp">
        <pc:chgData name="Baltisar Oswald" userId="b7919bc2d5f9708a" providerId="LiveId" clId="{093B0782-B796-4578-87A2-959F7A511EB6}" dt="2022-11-10T15:00:12.289" v="68"/>
        <pc:sldMkLst>
          <pc:docMk/>
          <pc:sldMk cId="0" sldId="275"/>
        </pc:sldMkLst>
        <pc:spChg chg="del">
          <ac:chgData name="Baltisar Oswald" userId="b7919bc2d5f9708a" providerId="LiveId" clId="{093B0782-B796-4578-87A2-959F7A511EB6}" dt="2022-11-10T15:00:11.901" v="67" actId="478"/>
          <ac:spMkLst>
            <pc:docMk/>
            <pc:sldMk cId="0" sldId="275"/>
            <ac:spMk id="4" creationId="{00000000-0000-0000-0000-000000000000}"/>
          </ac:spMkLst>
        </pc:spChg>
        <pc:spChg chg="add mod">
          <ac:chgData name="Baltisar Oswald" userId="b7919bc2d5f9708a" providerId="LiveId" clId="{093B0782-B796-4578-87A2-959F7A511EB6}" dt="2022-11-10T15:00:12.289" v="68"/>
          <ac:spMkLst>
            <pc:docMk/>
            <pc:sldMk cId="0" sldId="275"/>
            <ac:spMk id="15" creationId="{9A9DA2D6-617E-4B44-AF25-6BFDD70DFCB7}"/>
          </ac:spMkLst>
        </pc:spChg>
      </pc:sldChg>
      <pc:sldChg chg="modSp mod">
        <pc:chgData name="Baltisar Oswald" userId="b7919bc2d5f9708a" providerId="LiveId" clId="{093B0782-B796-4578-87A2-959F7A511EB6}" dt="2022-11-11T11:45:55.413" v="589" actId="20577"/>
        <pc:sldMkLst>
          <pc:docMk/>
          <pc:sldMk cId="3997978184" sldId="294"/>
        </pc:sldMkLst>
        <pc:spChg chg="mod">
          <ac:chgData name="Baltisar Oswald" userId="b7919bc2d5f9708a" providerId="LiveId" clId="{093B0782-B796-4578-87A2-959F7A511EB6}" dt="2022-11-11T11:45:55.413" v="589" actId="20577"/>
          <ac:spMkLst>
            <pc:docMk/>
            <pc:sldMk cId="3997978184" sldId="294"/>
            <ac:spMk id="12293" creationId="{00000000-0000-0000-0000-000000000000}"/>
          </ac:spMkLst>
        </pc:spChg>
      </pc:sldChg>
      <pc:sldChg chg="del">
        <pc:chgData name="Baltisar Oswald" userId="b7919bc2d5f9708a" providerId="LiveId" clId="{093B0782-B796-4578-87A2-959F7A511EB6}" dt="2022-11-10T14:59:53.556" v="66" actId="47"/>
        <pc:sldMkLst>
          <pc:docMk/>
          <pc:sldMk cId="4290034313" sldId="298"/>
        </pc:sldMkLst>
      </pc:sldChg>
      <pc:sldChg chg="addSp delSp modSp mod ord">
        <pc:chgData name="Baltisar Oswald" userId="b7919bc2d5f9708a" providerId="LiveId" clId="{093B0782-B796-4578-87A2-959F7A511EB6}" dt="2022-11-10T15:07:51.306" v="218"/>
        <pc:sldMkLst>
          <pc:docMk/>
          <pc:sldMk cId="3810637871" sldId="299"/>
        </pc:sldMkLst>
        <pc:spChg chg="add del mod">
          <ac:chgData name="Baltisar Oswald" userId="b7919bc2d5f9708a" providerId="LiveId" clId="{093B0782-B796-4578-87A2-959F7A511EB6}" dt="2022-11-10T15:02:55.314" v="123"/>
          <ac:spMkLst>
            <pc:docMk/>
            <pc:sldMk cId="3810637871" sldId="299"/>
            <ac:spMk id="6" creationId="{CBF2E1D3-7FEC-4514-9596-98789F246F8E}"/>
          </ac:spMkLst>
        </pc:spChg>
        <pc:spChg chg="mod">
          <ac:chgData name="Baltisar Oswald" userId="b7919bc2d5f9708a" providerId="LiveId" clId="{093B0782-B796-4578-87A2-959F7A511EB6}" dt="2022-11-10T15:07:47.161" v="216" actId="207"/>
          <ac:spMkLst>
            <pc:docMk/>
            <pc:sldMk cId="3810637871" sldId="299"/>
            <ac:spMk id="5126" creationId="{00000000-0000-0000-0000-000000000000}"/>
          </ac:spMkLst>
        </pc:spChg>
      </pc:sldChg>
      <pc:sldChg chg="addSp delSp modSp mod delAnim modAnim">
        <pc:chgData name="Baltisar Oswald" userId="b7919bc2d5f9708a" providerId="LiveId" clId="{093B0782-B796-4578-87A2-959F7A511EB6}" dt="2022-11-11T10:32:12.332" v="408" actId="1076"/>
        <pc:sldMkLst>
          <pc:docMk/>
          <pc:sldMk cId="385472013" sldId="314"/>
        </pc:sldMkLst>
        <pc:spChg chg="del">
          <ac:chgData name="Baltisar Oswald" userId="b7919bc2d5f9708a" providerId="LiveId" clId="{093B0782-B796-4578-87A2-959F7A511EB6}" dt="2022-11-10T15:00:26.925" v="69" actId="478"/>
          <ac:spMkLst>
            <pc:docMk/>
            <pc:sldMk cId="385472013" sldId="314"/>
            <ac:spMk id="4" creationId="{452BA283-A3A0-4733-A0A9-ECD2A383D98B}"/>
          </ac:spMkLst>
        </pc:spChg>
        <pc:spChg chg="mod">
          <ac:chgData name="Baltisar Oswald" userId="b7919bc2d5f9708a" providerId="LiveId" clId="{093B0782-B796-4578-87A2-959F7A511EB6}" dt="2022-11-11T10:32:12.332" v="408" actId="1076"/>
          <ac:spMkLst>
            <pc:docMk/>
            <pc:sldMk cId="385472013" sldId="314"/>
            <ac:spMk id="7" creationId="{678B6516-222F-42A6-8C96-0359DD918522}"/>
          </ac:spMkLst>
        </pc:spChg>
        <pc:spChg chg="del mod">
          <ac:chgData name="Baltisar Oswald" userId="b7919bc2d5f9708a" providerId="LiveId" clId="{093B0782-B796-4578-87A2-959F7A511EB6}" dt="2022-11-11T10:31:40.598" v="403" actId="478"/>
          <ac:spMkLst>
            <pc:docMk/>
            <pc:sldMk cId="385472013" sldId="314"/>
            <ac:spMk id="9" creationId="{6207D929-2E05-4111-91B9-984EA1348CA7}"/>
          </ac:spMkLst>
        </pc:spChg>
        <pc:spChg chg="add mod">
          <ac:chgData name="Baltisar Oswald" userId="b7919bc2d5f9708a" providerId="LiveId" clId="{093B0782-B796-4578-87A2-959F7A511EB6}" dt="2022-11-10T15:00:27.299" v="70"/>
          <ac:spMkLst>
            <pc:docMk/>
            <pc:sldMk cId="385472013" sldId="314"/>
            <ac:spMk id="10" creationId="{F5147184-CF91-47D7-A533-95650E04EC05}"/>
          </ac:spMkLst>
        </pc:spChg>
        <pc:picChg chg="mod">
          <ac:chgData name="Baltisar Oswald" userId="b7919bc2d5f9708a" providerId="LiveId" clId="{093B0782-B796-4578-87A2-959F7A511EB6}" dt="2022-11-11T10:31:43.484" v="404" actId="1076"/>
          <ac:picMkLst>
            <pc:docMk/>
            <pc:sldMk cId="385472013" sldId="314"/>
            <ac:picMk id="2050" creationId="{B67BBBB0-2950-4163-AA44-59B2712DB11D}"/>
          </ac:picMkLst>
        </pc:picChg>
        <pc:picChg chg="del">
          <ac:chgData name="Baltisar Oswald" userId="b7919bc2d5f9708a" providerId="LiveId" clId="{093B0782-B796-4578-87A2-959F7A511EB6}" dt="2022-11-11T10:30:40.460" v="263" actId="478"/>
          <ac:picMkLst>
            <pc:docMk/>
            <pc:sldMk cId="385472013" sldId="314"/>
            <ac:picMk id="2052" creationId="{1609D65C-E191-414B-AC86-7EFBF9113BA3}"/>
          </ac:picMkLst>
        </pc:picChg>
      </pc:sldChg>
      <pc:sldChg chg="modSp del mod">
        <pc:chgData name="Baltisar Oswald" userId="b7919bc2d5f9708a" providerId="LiveId" clId="{093B0782-B796-4578-87A2-959F7A511EB6}" dt="2022-11-10T15:05:38.101" v="202" actId="47"/>
        <pc:sldMkLst>
          <pc:docMk/>
          <pc:sldMk cId="106807467" sldId="315"/>
        </pc:sldMkLst>
        <pc:spChg chg="mod">
          <ac:chgData name="Baltisar Oswald" userId="b7919bc2d5f9708a" providerId="LiveId" clId="{093B0782-B796-4578-87A2-959F7A511EB6}" dt="2022-11-10T15:05:22.900" v="201"/>
          <ac:spMkLst>
            <pc:docMk/>
            <pc:sldMk cId="106807467" sldId="315"/>
            <ac:spMk id="5126" creationId="{00000000-0000-0000-0000-000000000000}"/>
          </ac:spMkLst>
        </pc:spChg>
      </pc:sldChg>
      <pc:sldChg chg="del">
        <pc:chgData name="Baltisar Oswald" userId="b7919bc2d5f9708a" providerId="LiveId" clId="{093B0782-B796-4578-87A2-959F7A511EB6}" dt="2022-11-10T15:05:55.554" v="207" actId="47"/>
        <pc:sldMkLst>
          <pc:docMk/>
          <pc:sldMk cId="317677144" sldId="316"/>
        </pc:sldMkLst>
      </pc:sldChg>
      <pc:sldChg chg="modSp add mod">
        <pc:chgData name="Baltisar Oswald" userId="b7919bc2d5f9708a" providerId="LiveId" clId="{093B0782-B796-4578-87A2-959F7A511EB6}" dt="2022-11-10T15:08:17.021" v="221" actId="207"/>
        <pc:sldMkLst>
          <pc:docMk/>
          <pc:sldMk cId="2437031170" sldId="317"/>
        </pc:sldMkLst>
        <pc:spChg chg="mod">
          <ac:chgData name="Baltisar Oswald" userId="b7919bc2d5f9708a" providerId="LiveId" clId="{093B0782-B796-4578-87A2-959F7A511EB6}" dt="2022-11-10T15:08:17.021" v="221" actId="207"/>
          <ac:spMkLst>
            <pc:docMk/>
            <pc:sldMk cId="2437031170" sldId="317"/>
            <ac:spMk id="5126" creationId="{00000000-0000-0000-0000-000000000000}"/>
          </ac:spMkLst>
        </pc:spChg>
      </pc:sldChg>
      <pc:sldChg chg="modSp add mod ord">
        <pc:chgData name="Baltisar Oswald" userId="b7919bc2d5f9708a" providerId="LiveId" clId="{093B0782-B796-4578-87A2-959F7A511EB6}" dt="2022-11-10T15:08:50.534" v="224" actId="207"/>
        <pc:sldMkLst>
          <pc:docMk/>
          <pc:sldMk cId="2676117661" sldId="318"/>
        </pc:sldMkLst>
        <pc:spChg chg="mod">
          <ac:chgData name="Baltisar Oswald" userId="b7919bc2d5f9708a" providerId="LiveId" clId="{093B0782-B796-4578-87A2-959F7A511EB6}" dt="2022-11-10T15:08:50.534" v="224" actId="207"/>
          <ac:spMkLst>
            <pc:docMk/>
            <pc:sldMk cId="2676117661" sldId="318"/>
            <ac:spMk id="5126" creationId="{00000000-0000-0000-0000-000000000000}"/>
          </ac:spMkLst>
        </pc:spChg>
      </pc:sldChg>
      <pc:sldMasterChg chg="addSp delSp modSp mod modSldLayout">
        <pc:chgData name="Baltisar Oswald" userId="b7919bc2d5f9708a" providerId="LiveId" clId="{093B0782-B796-4578-87A2-959F7A511EB6}" dt="2022-11-10T14:58:59.316" v="47" actId="20577"/>
        <pc:sldMasterMkLst>
          <pc:docMk/>
          <pc:sldMasterMk cId="0" sldId="2147483648"/>
        </pc:sldMasterMkLst>
        <pc:spChg chg="mod">
          <ac:chgData name="Baltisar Oswald" userId="b7919bc2d5f9708a" providerId="LiveId" clId="{093B0782-B796-4578-87A2-959F7A511EB6}" dt="2022-11-10T14:57:58.563" v="46" actId="20577"/>
          <ac:spMkLst>
            <pc:docMk/>
            <pc:sldMasterMk cId="0" sldId="2147483648"/>
            <ac:spMk id="1028" creationId="{00000000-0000-0000-0000-000000000000}"/>
          </ac:spMkLst>
        </pc:spChg>
        <pc:picChg chg="add mod">
          <ac:chgData name="Baltisar Oswald" userId="b7919bc2d5f9708a" providerId="LiveId" clId="{093B0782-B796-4578-87A2-959F7A511EB6}" dt="2022-11-10T14:56:42.246" v="8" actId="1035"/>
          <ac:picMkLst>
            <pc:docMk/>
            <pc:sldMasterMk cId="0" sldId="2147483648"/>
            <ac:picMk id="4" creationId="{C35FF1A7-298F-493D-832A-8EC1CF7AA238}"/>
          </ac:picMkLst>
        </pc:picChg>
        <pc:picChg chg="del">
          <ac:chgData name="Baltisar Oswald" userId="b7919bc2d5f9708a" providerId="LiveId" clId="{093B0782-B796-4578-87A2-959F7A511EB6}" dt="2022-11-10T14:56:23.340" v="4" actId="478"/>
          <ac:picMkLst>
            <pc:docMk/>
            <pc:sldMasterMk cId="0" sldId="2147483648"/>
            <ac:picMk id="32" creationId="{C8A33B5F-75C2-42ED-BEB6-F03F63815CDE}"/>
          </ac:picMkLst>
        </pc:picChg>
        <pc:sldLayoutChg chg="addSp delSp modSp mod">
          <pc:chgData name="Baltisar Oswald" userId="b7919bc2d5f9708a" providerId="LiveId" clId="{093B0782-B796-4578-87A2-959F7A511EB6}" dt="2022-11-10T14:58:59.316" v="47" actId="20577"/>
          <pc:sldLayoutMkLst>
            <pc:docMk/>
            <pc:sldMasterMk cId="0" sldId="2147483648"/>
            <pc:sldLayoutMk cId="3126053069" sldId="2147483684"/>
          </pc:sldLayoutMkLst>
          <pc:spChg chg="mod">
            <ac:chgData name="Baltisar Oswald" userId="b7919bc2d5f9708a" providerId="LiveId" clId="{093B0782-B796-4578-87A2-959F7A511EB6}" dt="2022-11-10T14:58:59.316" v="47" actId="20577"/>
            <ac:spMkLst>
              <pc:docMk/>
              <pc:sldMasterMk cId="0" sldId="2147483648"/>
              <pc:sldLayoutMk cId="3126053069" sldId="2147483684"/>
              <ac:spMk id="7171" creationId="{00000000-0000-0000-0000-000000000000}"/>
            </ac:spMkLst>
          </pc:spChg>
          <pc:picChg chg="add mod">
            <ac:chgData name="Baltisar Oswald" userId="b7919bc2d5f9708a" providerId="LiveId" clId="{093B0782-B796-4578-87A2-959F7A511EB6}" dt="2022-11-10T14:57:07.437" v="12" actId="1076"/>
            <ac:picMkLst>
              <pc:docMk/>
              <pc:sldMasterMk cId="0" sldId="2147483648"/>
              <pc:sldLayoutMk cId="3126053069" sldId="2147483684"/>
              <ac:picMk id="11" creationId="{2F002A6D-4A41-42B8-8AB2-030F8EEB05D2}"/>
            </ac:picMkLst>
          </pc:picChg>
          <pc:picChg chg="del">
            <ac:chgData name="Baltisar Oswald" userId="b7919bc2d5f9708a" providerId="LiveId" clId="{093B0782-B796-4578-87A2-959F7A511EB6}" dt="2022-11-10T14:57:00.357" v="9" actId="478"/>
            <ac:picMkLst>
              <pc:docMk/>
              <pc:sldMasterMk cId="0" sldId="2147483648"/>
              <pc:sldLayoutMk cId="3126053069" sldId="2147483684"/>
              <ac:picMk id="15" creationId="{83A9DA37-4878-4B16-8B84-420C5329E72D}"/>
            </ac:picMkLst>
          </pc:picChg>
        </pc:sldLayoutChg>
        <pc:sldLayoutChg chg="modSp mod">
          <pc:chgData name="Baltisar Oswald" userId="b7919bc2d5f9708a" providerId="LiveId" clId="{093B0782-B796-4578-87A2-959F7A511EB6}" dt="2022-11-10T14:57:43.182" v="29" actId="20577"/>
          <pc:sldLayoutMkLst>
            <pc:docMk/>
            <pc:sldMasterMk cId="0" sldId="2147483648"/>
            <pc:sldLayoutMk cId="2362686361" sldId="2147483686"/>
          </pc:sldLayoutMkLst>
          <pc:spChg chg="mod">
            <ac:chgData name="Baltisar Oswald" userId="b7919bc2d5f9708a" providerId="LiveId" clId="{093B0782-B796-4578-87A2-959F7A511EB6}" dt="2022-11-10T14:57:43.182" v="29" actId="20577"/>
            <ac:spMkLst>
              <pc:docMk/>
              <pc:sldMasterMk cId="0" sldId="2147483648"/>
              <pc:sldLayoutMk cId="2362686361" sldId="2147483686"/>
              <ac:spMk id="10" creationId="{4FEA92BC-139D-9F4B-8CB7-8EC1045BF2E4}"/>
            </ac:spMkLst>
          </pc:spChg>
        </pc:sldLayoutChg>
      </pc:sldMasterChg>
    </pc:docChg>
  </pc:docChgLst>
  <pc:docChgLst>
    <pc:chgData name="A Grütter" userId="e78c002283f2c33b" providerId="LiveId" clId="{CFE21AA0-FE46-1842-95D6-154FDC6F17FE}"/>
    <pc:docChg chg="custSel addSld delSld modSld">
      <pc:chgData name="A Grütter" userId="e78c002283f2c33b" providerId="LiveId" clId="{CFE21AA0-FE46-1842-95D6-154FDC6F17FE}" dt="2023-02-23T19:55:21.930" v="178" actId="20577"/>
      <pc:docMkLst>
        <pc:docMk/>
      </pc:docMkLst>
      <pc:sldChg chg="modSp mod">
        <pc:chgData name="A Grütter" userId="e78c002283f2c33b" providerId="LiveId" clId="{CFE21AA0-FE46-1842-95D6-154FDC6F17FE}" dt="2023-02-23T19:01:59.199" v="11" actId="20577"/>
        <pc:sldMkLst>
          <pc:docMk/>
          <pc:sldMk cId="0" sldId="256"/>
        </pc:sldMkLst>
        <pc:spChg chg="mod">
          <ac:chgData name="A Grütter" userId="e78c002283f2c33b" providerId="LiveId" clId="{CFE21AA0-FE46-1842-95D6-154FDC6F17FE}" dt="2023-02-23T19:01:59.199" v="11" actId="20577"/>
          <ac:spMkLst>
            <pc:docMk/>
            <pc:sldMk cId="0" sldId="256"/>
            <ac:spMk id="3" creationId="{00000000-0000-0000-0000-000000000000}"/>
          </ac:spMkLst>
        </pc:spChg>
      </pc:sldChg>
      <pc:sldChg chg="modSp mod">
        <pc:chgData name="A Grütter" userId="e78c002283f2c33b" providerId="LiveId" clId="{CFE21AA0-FE46-1842-95D6-154FDC6F17FE}" dt="2023-02-23T19:55:21.930" v="178" actId="20577"/>
        <pc:sldMkLst>
          <pc:docMk/>
          <pc:sldMk cId="0" sldId="270"/>
        </pc:sldMkLst>
        <pc:spChg chg="mod">
          <ac:chgData name="A Grütter" userId="e78c002283f2c33b" providerId="LiveId" clId="{CFE21AA0-FE46-1842-95D6-154FDC6F17FE}" dt="2023-02-23T19:55:05.415" v="171" actId="20577"/>
          <ac:spMkLst>
            <pc:docMk/>
            <pc:sldMk cId="0" sldId="270"/>
            <ac:spMk id="5" creationId="{00000000-0000-0000-0000-000000000000}"/>
          </ac:spMkLst>
        </pc:spChg>
        <pc:spChg chg="mod">
          <ac:chgData name="A Grütter" userId="e78c002283f2c33b" providerId="LiveId" clId="{CFE21AA0-FE46-1842-95D6-154FDC6F17FE}" dt="2023-02-23T19:55:21.930" v="178" actId="20577"/>
          <ac:spMkLst>
            <pc:docMk/>
            <pc:sldMk cId="0" sldId="270"/>
            <ac:spMk id="19458" creationId="{00000000-0000-0000-0000-000000000000}"/>
          </ac:spMkLst>
        </pc:spChg>
      </pc:sldChg>
      <pc:sldChg chg="addSp delSp modSp">
        <pc:chgData name="A Grütter" userId="e78c002283f2c33b" providerId="LiveId" clId="{CFE21AA0-FE46-1842-95D6-154FDC6F17FE}" dt="2023-02-23T19:52:16.430" v="159" actId="1076"/>
        <pc:sldMkLst>
          <pc:docMk/>
          <pc:sldMk cId="1632505695" sldId="311"/>
        </pc:sldMkLst>
        <pc:picChg chg="del">
          <ac:chgData name="A Grütter" userId="e78c002283f2c33b" providerId="LiveId" clId="{CFE21AA0-FE46-1842-95D6-154FDC6F17FE}" dt="2023-02-23T19:48:46.220" v="147" actId="478"/>
          <ac:picMkLst>
            <pc:docMk/>
            <pc:sldMk cId="1632505695" sldId="311"/>
            <ac:picMk id="1028" creationId="{B1918420-27E4-4979-A555-67DECAD2247F}"/>
          </ac:picMkLst>
        </pc:picChg>
        <pc:picChg chg="del">
          <ac:chgData name="A Grütter" userId="e78c002283f2c33b" providerId="LiveId" clId="{CFE21AA0-FE46-1842-95D6-154FDC6F17FE}" dt="2023-02-23T19:48:49.707" v="148" actId="478"/>
          <ac:picMkLst>
            <pc:docMk/>
            <pc:sldMk cId="1632505695" sldId="311"/>
            <ac:picMk id="1030" creationId="{FF61E73C-2342-451E-AA78-8F8811F44BB3}"/>
          </ac:picMkLst>
        </pc:picChg>
        <pc:picChg chg="del">
          <ac:chgData name="A Grütter" userId="e78c002283f2c33b" providerId="LiveId" clId="{CFE21AA0-FE46-1842-95D6-154FDC6F17FE}" dt="2023-02-23T19:48:51.766" v="149" actId="478"/>
          <ac:picMkLst>
            <pc:docMk/>
            <pc:sldMk cId="1632505695" sldId="311"/>
            <ac:picMk id="1032" creationId="{7C707E65-9944-4653-8FAA-501893E94019}"/>
          </ac:picMkLst>
        </pc:picChg>
        <pc:picChg chg="add del mod">
          <ac:chgData name="A Grütter" userId="e78c002283f2c33b" providerId="LiveId" clId="{CFE21AA0-FE46-1842-95D6-154FDC6F17FE}" dt="2023-02-23T19:51:58.819" v="154" actId="478"/>
          <ac:picMkLst>
            <pc:docMk/>
            <pc:sldMk cId="1632505695" sldId="311"/>
            <ac:picMk id="4098" creationId="{326FB6A1-EBB9-9D35-41A0-7434213E101E}"/>
          </ac:picMkLst>
        </pc:picChg>
        <pc:picChg chg="add mod">
          <ac:chgData name="A Grütter" userId="e78c002283f2c33b" providerId="LiveId" clId="{CFE21AA0-FE46-1842-95D6-154FDC6F17FE}" dt="2023-02-23T19:52:16.430" v="159" actId="1076"/>
          <ac:picMkLst>
            <pc:docMk/>
            <pc:sldMk cId="1632505695" sldId="311"/>
            <ac:picMk id="4100" creationId="{0E5D162C-308B-63E4-74AD-E2B31D6DAE17}"/>
          </ac:picMkLst>
        </pc:picChg>
      </pc:sldChg>
      <pc:sldChg chg="addSp delSp modSp mod">
        <pc:chgData name="A Grütter" userId="e78c002283f2c33b" providerId="LiveId" clId="{CFE21AA0-FE46-1842-95D6-154FDC6F17FE}" dt="2023-02-23T19:43:30.776" v="142" actId="1076"/>
        <pc:sldMkLst>
          <pc:docMk/>
          <pc:sldMk cId="385472013" sldId="314"/>
        </pc:sldMkLst>
        <pc:spChg chg="add mod">
          <ac:chgData name="A Grütter" userId="e78c002283f2c33b" providerId="LiveId" clId="{CFE21AA0-FE46-1842-95D6-154FDC6F17FE}" dt="2023-02-23T19:39:03.814" v="126" actId="6549"/>
          <ac:spMkLst>
            <pc:docMk/>
            <pc:sldMk cId="385472013" sldId="314"/>
            <ac:spMk id="3" creationId="{A81E0B63-642D-BB8A-0C10-BF96E2A51AD7}"/>
          </ac:spMkLst>
        </pc:spChg>
        <pc:spChg chg="add mod">
          <ac:chgData name="A Grütter" userId="e78c002283f2c33b" providerId="LiveId" clId="{CFE21AA0-FE46-1842-95D6-154FDC6F17FE}" dt="2023-02-23T19:43:30.776" v="142" actId="1076"/>
          <ac:spMkLst>
            <pc:docMk/>
            <pc:sldMk cId="385472013" sldId="314"/>
            <ac:spMk id="12" creationId="{5A11E754-A69A-F21C-DFBD-8F93BEC83DAF}"/>
          </ac:spMkLst>
        </pc:spChg>
        <pc:picChg chg="add del mod">
          <ac:chgData name="A Grütter" userId="e78c002283f2c33b" providerId="LiveId" clId="{CFE21AA0-FE46-1842-95D6-154FDC6F17FE}" dt="2023-02-23T19:32:30.350" v="80" actId="478"/>
          <ac:picMkLst>
            <pc:docMk/>
            <pc:sldMk cId="385472013" sldId="314"/>
            <ac:picMk id="4" creationId="{CAC765FB-697D-598D-D9C0-970156CDEC7F}"/>
          </ac:picMkLst>
        </pc:picChg>
        <pc:picChg chg="add del mod">
          <ac:chgData name="A Grütter" userId="e78c002283f2c33b" providerId="LiveId" clId="{CFE21AA0-FE46-1842-95D6-154FDC6F17FE}" dt="2023-02-23T19:41:31.682" v="129"/>
          <ac:picMkLst>
            <pc:docMk/>
            <pc:sldMk cId="385472013" sldId="314"/>
            <ac:picMk id="8" creationId="{4AD7DE2A-A350-56AB-AF3A-87860BB1C980}"/>
          </ac:picMkLst>
        </pc:picChg>
        <pc:picChg chg="add mod">
          <ac:chgData name="A Grütter" userId="e78c002283f2c33b" providerId="LiveId" clId="{CFE21AA0-FE46-1842-95D6-154FDC6F17FE}" dt="2023-02-23T19:42:10.497" v="132" actId="1076"/>
          <ac:picMkLst>
            <pc:docMk/>
            <pc:sldMk cId="385472013" sldId="314"/>
            <ac:picMk id="9" creationId="{B7DC8A3C-6D1E-407E-AA24-3294C6928536}"/>
          </ac:picMkLst>
        </pc:picChg>
        <pc:picChg chg="add del mod">
          <ac:chgData name="A Grütter" userId="e78c002283f2c33b" providerId="LiveId" clId="{CFE21AA0-FE46-1842-95D6-154FDC6F17FE}" dt="2023-02-23T19:41:26.186" v="127" actId="478"/>
          <ac:picMkLst>
            <pc:docMk/>
            <pc:sldMk cId="385472013" sldId="314"/>
            <ac:picMk id="1026" creationId="{E702705B-683D-3FED-C9AF-8FE01D16449E}"/>
          </ac:picMkLst>
        </pc:picChg>
        <pc:picChg chg="del">
          <ac:chgData name="A Grütter" userId="e78c002283f2c33b" providerId="LiveId" clId="{CFE21AA0-FE46-1842-95D6-154FDC6F17FE}" dt="2023-02-23T19:29:30.199" v="13" actId="478"/>
          <ac:picMkLst>
            <pc:docMk/>
            <pc:sldMk cId="385472013" sldId="314"/>
            <ac:picMk id="2050" creationId="{B67BBBB0-2950-4163-AA44-59B2712DB11D}"/>
          </ac:picMkLst>
        </pc:picChg>
      </pc:sldChg>
      <pc:sldChg chg="del">
        <pc:chgData name="A Grütter" userId="e78c002283f2c33b" providerId="LiveId" clId="{CFE21AA0-FE46-1842-95D6-154FDC6F17FE}" dt="2023-02-23T19:18:27.781" v="12" actId="2696"/>
        <pc:sldMkLst>
          <pc:docMk/>
          <pc:sldMk cId="2437031170" sldId="317"/>
        </pc:sldMkLst>
      </pc:sldChg>
      <pc:sldChg chg="del">
        <pc:chgData name="A Grütter" userId="e78c002283f2c33b" providerId="LiveId" clId="{CFE21AA0-FE46-1842-95D6-154FDC6F17FE}" dt="2023-02-23T19:47:49.845" v="143" actId="2696"/>
        <pc:sldMkLst>
          <pc:docMk/>
          <pc:sldMk cId="2676117661" sldId="318"/>
        </pc:sldMkLst>
      </pc:sldChg>
      <pc:sldChg chg="addSp delSp modSp add mod">
        <pc:chgData name="A Grütter" userId="e78c002283f2c33b" providerId="LiveId" clId="{CFE21AA0-FE46-1842-95D6-154FDC6F17FE}" dt="2023-02-23T19:37:30.965" v="93" actId="14100"/>
        <pc:sldMkLst>
          <pc:docMk/>
          <pc:sldMk cId="2633504219" sldId="319"/>
        </pc:sldMkLst>
        <pc:spChg chg="del">
          <ac:chgData name="A Grütter" userId="e78c002283f2c33b" providerId="LiveId" clId="{CFE21AA0-FE46-1842-95D6-154FDC6F17FE}" dt="2023-02-23T19:34:34.788" v="84" actId="478"/>
          <ac:spMkLst>
            <pc:docMk/>
            <pc:sldMk cId="2633504219" sldId="319"/>
            <ac:spMk id="3" creationId="{A81E0B63-642D-BB8A-0C10-BF96E2A51AD7}"/>
          </ac:spMkLst>
        </pc:spChg>
        <pc:picChg chg="add mod">
          <ac:chgData name="A Grütter" userId="e78c002283f2c33b" providerId="LiveId" clId="{CFE21AA0-FE46-1842-95D6-154FDC6F17FE}" dt="2023-02-23T19:37:30.965" v="93" actId="14100"/>
          <ac:picMkLst>
            <pc:docMk/>
            <pc:sldMk cId="2633504219" sldId="319"/>
            <ac:picMk id="2" creationId="{1BEEEB95-A8E9-CC7E-ABD0-2B641A973247}"/>
          </ac:picMkLst>
        </pc:picChg>
        <pc:picChg chg="del">
          <ac:chgData name="A Grütter" userId="e78c002283f2c33b" providerId="LiveId" clId="{CFE21AA0-FE46-1842-95D6-154FDC6F17FE}" dt="2023-02-23T19:34:29.645" v="82" actId="478"/>
          <ac:picMkLst>
            <pc:docMk/>
            <pc:sldMk cId="2633504219" sldId="319"/>
            <ac:picMk id="1026" creationId="{E702705B-683D-3FED-C9AF-8FE01D16449E}"/>
          </ac:picMkLst>
        </pc:picChg>
      </pc:sldChg>
      <pc:sldChg chg="addSp delSp modSp add mod">
        <pc:chgData name="A Grütter" userId="e78c002283f2c33b" providerId="LiveId" clId="{CFE21AA0-FE46-1842-95D6-154FDC6F17FE}" dt="2023-02-23T19:37:20.258" v="91" actId="14100"/>
        <pc:sldMkLst>
          <pc:docMk/>
          <pc:sldMk cId="1821078378" sldId="320"/>
        </pc:sldMkLst>
        <pc:picChg chg="del">
          <ac:chgData name="A Grütter" userId="e78c002283f2c33b" providerId="LiveId" clId="{CFE21AA0-FE46-1842-95D6-154FDC6F17FE}" dt="2023-02-23T19:36:55.762" v="87" actId="478"/>
          <ac:picMkLst>
            <pc:docMk/>
            <pc:sldMk cId="1821078378" sldId="320"/>
            <ac:picMk id="2" creationId="{1BEEEB95-A8E9-CC7E-ABD0-2B641A973247}"/>
          </ac:picMkLst>
        </pc:picChg>
        <pc:picChg chg="add mod">
          <ac:chgData name="A Grütter" userId="e78c002283f2c33b" providerId="LiveId" clId="{CFE21AA0-FE46-1842-95D6-154FDC6F17FE}" dt="2023-02-23T19:37:20.258" v="91" actId="14100"/>
          <ac:picMkLst>
            <pc:docMk/>
            <pc:sldMk cId="1821078378" sldId="320"/>
            <ac:picMk id="3" creationId="{6CDE6E96-664B-2572-E90F-F4341F2077AA}"/>
          </ac:picMkLst>
        </pc:picChg>
      </pc:sldChg>
      <pc:sldChg chg="add">
        <pc:chgData name="A Grütter" userId="e78c002283f2c33b" providerId="LiveId" clId="{CFE21AA0-FE46-1842-95D6-154FDC6F17FE}" dt="2023-02-23T19:38:45.754" v="94" actId="2890"/>
        <pc:sldMkLst>
          <pc:docMk/>
          <pc:sldMk cId="1162292128" sldId="321"/>
        </pc:sldMkLst>
      </pc:sldChg>
    </pc:docChg>
  </pc:docChgLst>
  <pc:docChgLst>
    <pc:chgData name="A Grütter" userId="e78c002283f2c33b" providerId="LiveId" clId="{BEAB9293-CD79-2B4F-B993-A38868684D77}"/>
    <pc:docChg chg="custSel addSld modSld modMainMaster">
      <pc:chgData name="A Grütter" userId="e78c002283f2c33b" providerId="LiveId" clId="{BEAB9293-CD79-2B4F-B993-A38868684D77}" dt="2023-11-09T17:59:53.657" v="258" actId="20577"/>
      <pc:docMkLst>
        <pc:docMk/>
      </pc:docMkLst>
      <pc:sldChg chg="modSp new mod">
        <pc:chgData name="A Grütter" userId="e78c002283f2c33b" providerId="LiveId" clId="{BEAB9293-CD79-2B4F-B993-A38868684D77}" dt="2023-11-09T17:59:53.657" v="258" actId="20577"/>
        <pc:sldMkLst>
          <pc:docMk/>
          <pc:sldMk cId="3848105359" sldId="312"/>
        </pc:sldMkLst>
        <pc:spChg chg="mod">
          <ac:chgData name="A Grütter" userId="e78c002283f2c33b" providerId="LiveId" clId="{BEAB9293-CD79-2B4F-B993-A38868684D77}" dt="2023-11-09T17:48:22.058" v="42" actId="20577"/>
          <ac:spMkLst>
            <pc:docMk/>
            <pc:sldMk cId="3848105359" sldId="312"/>
            <ac:spMk id="2" creationId="{944C8419-10B7-4A5C-6E75-9DB8D46190BB}"/>
          </ac:spMkLst>
        </pc:spChg>
        <pc:spChg chg="mod">
          <ac:chgData name="A Grütter" userId="e78c002283f2c33b" providerId="LiveId" clId="{BEAB9293-CD79-2B4F-B993-A38868684D77}" dt="2023-11-09T17:59:53.657" v="258" actId="20577"/>
          <ac:spMkLst>
            <pc:docMk/>
            <pc:sldMk cId="3848105359" sldId="312"/>
            <ac:spMk id="3" creationId="{551653DB-9EF9-9795-A7C4-67661AC2281C}"/>
          </ac:spMkLst>
        </pc:spChg>
      </pc:sldChg>
      <pc:sldMasterChg chg="addSp modSp mod modSldLayout">
        <pc:chgData name="A Grütter" userId="e78c002283f2c33b" providerId="LiveId" clId="{BEAB9293-CD79-2B4F-B993-A38868684D77}" dt="2023-11-09T17:30:25.004" v="24" actId="1076"/>
        <pc:sldMasterMkLst>
          <pc:docMk/>
          <pc:sldMasterMk cId="0" sldId="2147483648"/>
        </pc:sldMasterMkLst>
        <pc:picChg chg="mod">
          <ac:chgData name="A Grütter" userId="e78c002283f2c33b" providerId="LiveId" clId="{BEAB9293-CD79-2B4F-B993-A38868684D77}" dt="2023-11-09T17:29:26.622" v="21" actId="1038"/>
          <ac:picMkLst>
            <pc:docMk/>
            <pc:sldMasterMk cId="0" sldId="2147483648"/>
            <ac:picMk id="4" creationId="{C35FF1A7-298F-493D-832A-8EC1CF7AA238}"/>
          </ac:picMkLst>
        </pc:picChg>
        <pc:picChg chg="add mod">
          <ac:chgData name="A Grütter" userId="e78c002283f2c33b" providerId="LiveId" clId="{BEAB9293-CD79-2B4F-B993-A38868684D77}" dt="2023-11-09T17:29:26.622" v="21" actId="1038"/>
          <ac:picMkLst>
            <pc:docMk/>
            <pc:sldMasterMk cId="0" sldId="2147483648"/>
            <ac:picMk id="5" creationId="{D0C9F2A7-024A-0A70-30B7-79943080078B}"/>
          </ac:picMkLst>
        </pc:picChg>
        <pc:picChg chg="mod">
          <ac:chgData name="A Grütter" userId="e78c002283f2c33b" providerId="LiveId" clId="{BEAB9293-CD79-2B4F-B993-A38868684D77}" dt="2023-11-09T17:29:26.622" v="21" actId="1038"/>
          <ac:picMkLst>
            <pc:docMk/>
            <pc:sldMasterMk cId="0" sldId="2147483648"/>
            <ac:picMk id="26" creationId="{B3CF46F1-7CED-452C-99A9-0FA5D401CE0E}"/>
          </ac:picMkLst>
        </pc:picChg>
        <pc:picChg chg="mod">
          <ac:chgData name="A Grütter" userId="e78c002283f2c33b" providerId="LiveId" clId="{BEAB9293-CD79-2B4F-B993-A38868684D77}" dt="2023-11-09T17:29:26.622" v="21" actId="1038"/>
          <ac:picMkLst>
            <pc:docMk/>
            <pc:sldMasterMk cId="0" sldId="2147483648"/>
            <ac:picMk id="33" creationId="{3A95D3C8-C879-46D1-B801-75865690204D}"/>
          </ac:picMkLst>
        </pc:picChg>
        <pc:picChg chg="mod">
          <ac:chgData name="A Grütter" userId="e78c002283f2c33b" providerId="LiveId" clId="{BEAB9293-CD79-2B4F-B993-A38868684D77}" dt="2023-11-09T17:29:26.622" v="21" actId="1038"/>
          <ac:picMkLst>
            <pc:docMk/>
            <pc:sldMasterMk cId="0" sldId="2147483648"/>
            <ac:picMk id="34" creationId="{C042A66E-09D8-403D-9300-0955B995BAEC}"/>
          </ac:picMkLst>
        </pc:picChg>
        <pc:picChg chg="mod">
          <ac:chgData name="A Grütter" userId="e78c002283f2c33b" providerId="LiveId" clId="{BEAB9293-CD79-2B4F-B993-A38868684D77}" dt="2023-11-09T17:29:26.622" v="21" actId="1038"/>
          <ac:picMkLst>
            <pc:docMk/>
            <pc:sldMasterMk cId="0" sldId="2147483648"/>
            <ac:picMk id="35" creationId="{4074116E-3C12-420E-9F87-6AF4F41BA9AA}"/>
          </ac:picMkLst>
        </pc:picChg>
        <pc:picChg chg="mod">
          <ac:chgData name="A Grütter" userId="e78c002283f2c33b" providerId="LiveId" clId="{BEAB9293-CD79-2B4F-B993-A38868684D77}" dt="2023-11-09T17:29:26.622" v="21" actId="1038"/>
          <ac:picMkLst>
            <pc:docMk/>
            <pc:sldMasterMk cId="0" sldId="2147483648"/>
            <ac:picMk id="36" creationId="{E572868C-1F84-40F0-8BD6-011DA856F165}"/>
          </ac:picMkLst>
        </pc:picChg>
        <pc:sldLayoutChg chg="addSp delSp modSp">
          <pc:chgData name="A Grütter" userId="e78c002283f2c33b" providerId="LiveId" clId="{BEAB9293-CD79-2B4F-B993-A38868684D77}" dt="2023-11-09T17:30:25.004" v="24" actId="1076"/>
          <pc:sldLayoutMkLst>
            <pc:docMk/>
            <pc:sldMasterMk cId="0" sldId="2147483648"/>
            <pc:sldLayoutMk cId="3126053069" sldId="2147483684"/>
          </pc:sldLayoutMkLst>
          <pc:spChg chg="del">
            <ac:chgData name="A Grütter" userId="e78c002283f2c33b" providerId="LiveId" clId="{BEAB9293-CD79-2B4F-B993-A38868684D77}" dt="2023-11-09T17:30:02.421" v="22" actId="478"/>
            <ac:spMkLst>
              <pc:docMk/>
              <pc:sldMasterMk cId="0" sldId="2147483648"/>
              <pc:sldLayoutMk cId="3126053069" sldId="2147483684"/>
              <ac:spMk id="13" creationId="{CCE82011-D66B-4FDB-A195-FACED32B3181}"/>
            </ac:spMkLst>
          </pc:spChg>
          <pc:picChg chg="add mod">
            <ac:chgData name="A Grütter" userId="e78c002283f2c33b" providerId="LiveId" clId="{BEAB9293-CD79-2B4F-B993-A38868684D77}" dt="2023-11-09T17:30:25.004" v="24" actId="1076"/>
            <ac:picMkLst>
              <pc:docMk/>
              <pc:sldMasterMk cId="0" sldId="2147483648"/>
              <pc:sldLayoutMk cId="3126053069" sldId="2147483684"/>
              <ac:picMk id="3" creationId="{1C15D040-A3E1-8A54-23C4-282DB2A65916}"/>
            </ac:picMkLst>
          </pc:picChg>
          <pc:picChg chg="add mod">
            <ac:chgData name="A Grütter" userId="e78c002283f2c33b" providerId="LiveId" clId="{BEAB9293-CD79-2B4F-B993-A38868684D77}" dt="2023-11-09T17:30:25.004" v="24" actId="1076"/>
            <ac:picMkLst>
              <pc:docMk/>
              <pc:sldMasterMk cId="0" sldId="2147483648"/>
              <pc:sldLayoutMk cId="3126053069" sldId="2147483684"/>
              <ac:picMk id="4" creationId="{3AC120E8-E80F-76CE-2913-58CE312B3E1F}"/>
            </ac:picMkLst>
          </pc:picChg>
          <pc:picChg chg="add mod">
            <ac:chgData name="A Grütter" userId="e78c002283f2c33b" providerId="LiveId" clId="{BEAB9293-CD79-2B4F-B993-A38868684D77}" dt="2023-11-09T17:30:25.004" v="24" actId="1076"/>
            <ac:picMkLst>
              <pc:docMk/>
              <pc:sldMasterMk cId="0" sldId="2147483648"/>
              <pc:sldLayoutMk cId="3126053069" sldId="2147483684"/>
              <ac:picMk id="5" creationId="{36E97C25-3A94-EB70-9BAB-879364383C18}"/>
            </ac:picMkLst>
          </pc:picChg>
          <pc:picChg chg="add mod">
            <ac:chgData name="A Grütter" userId="e78c002283f2c33b" providerId="LiveId" clId="{BEAB9293-CD79-2B4F-B993-A38868684D77}" dt="2023-11-09T17:30:25.004" v="24" actId="1076"/>
            <ac:picMkLst>
              <pc:docMk/>
              <pc:sldMasterMk cId="0" sldId="2147483648"/>
              <pc:sldLayoutMk cId="3126053069" sldId="2147483684"/>
              <ac:picMk id="6" creationId="{B7D5860A-F742-086B-47CF-8484AC90B287}"/>
            </ac:picMkLst>
          </pc:picChg>
          <pc:picChg chg="add mod">
            <ac:chgData name="A Grütter" userId="e78c002283f2c33b" providerId="LiveId" clId="{BEAB9293-CD79-2B4F-B993-A38868684D77}" dt="2023-11-09T17:30:25.004" v="24" actId="1076"/>
            <ac:picMkLst>
              <pc:docMk/>
              <pc:sldMasterMk cId="0" sldId="2147483648"/>
              <pc:sldLayoutMk cId="3126053069" sldId="2147483684"/>
              <ac:picMk id="7" creationId="{F703F57D-9F03-0DED-071F-6B9ABE3D8D4F}"/>
            </ac:picMkLst>
          </pc:picChg>
          <pc:picChg chg="add mod">
            <ac:chgData name="A Grütter" userId="e78c002283f2c33b" providerId="LiveId" clId="{BEAB9293-CD79-2B4F-B993-A38868684D77}" dt="2023-11-09T17:30:25.004" v="24" actId="1076"/>
            <ac:picMkLst>
              <pc:docMk/>
              <pc:sldMasterMk cId="0" sldId="2147483648"/>
              <pc:sldLayoutMk cId="3126053069" sldId="2147483684"/>
              <ac:picMk id="8" creationId="{EDC6C630-60BD-720E-D573-791C3D88A275}"/>
            </ac:picMkLst>
          </pc:picChg>
          <pc:picChg chg="add mod">
            <ac:chgData name="A Grütter" userId="e78c002283f2c33b" providerId="LiveId" clId="{BEAB9293-CD79-2B4F-B993-A38868684D77}" dt="2023-11-09T17:30:25.004" v="24" actId="1076"/>
            <ac:picMkLst>
              <pc:docMk/>
              <pc:sldMasterMk cId="0" sldId="2147483648"/>
              <pc:sldLayoutMk cId="3126053069" sldId="2147483684"/>
              <ac:picMk id="9" creationId="{495C63F9-09DE-2447-0440-37C087B5F160}"/>
            </ac:picMkLst>
          </pc:picChg>
          <pc:picChg chg="del">
            <ac:chgData name="A Grütter" userId="e78c002283f2c33b" providerId="LiveId" clId="{BEAB9293-CD79-2B4F-B993-A38868684D77}" dt="2023-11-09T17:30:02.421" v="22" actId="478"/>
            <ac:picMkLst>
              <pc:docMk/>
              <pc:sldMasterMk cId="0" sldId="2147483648"/>
              <pc:sldLayoutMk cId="3126053069" sldId="2147483684"/>
              <ac:picMk id="11" creationId="{2F002A6D-4A41-42B8-8AB2-030F8EEB05D2}"/>
            </ac:picMkLst>
          </pc:picChg>
          <pc:picChg chg="del">
            <ac:chgData name="A Grütter" userId="e78c002283f2c33b" providerId="LiveId" clId="{BEAB9293-CD79-2B4F-B993-A38868684D77}" dt="2023-11-09T17:30:02.421" v="22" actId="478"/>
            <ac:picMkLst>
              <pc:docMk/>
              <pc:sldMasterMk cId="0" sldId="2147483648"/>
              <pc:sldLayoutMk cId="3126053069" sldId="2147483684"/>
              <ac:picMk id="14" creationId="{51346E22-BEAC-46E4-AA2C-39BCB487D3F5}"/>
            </ac:picMkLst>
          </pc:picChg>
          <pc:picChg chg="del">
            <ac:chgData name="A Grütter" userId="e78c002283f2c33b" providerId="LiveId" clId="{BEAB9293-CD79-2B4F-B993-A38868684D77}" dt="2023-11-09T17:30:02.421" v="22" actId="478"/>
            <ac:picMkLst>
              <pc:docMk/>
              <pc:sldMasterMk cId="0" sldId="2147483648"/>
              <pc:sldLayoutMk cId="3126053069" sldId="2147483684"/>
              <ac:picMk id="16" creationId="{02B6CD77-FB38-4259-BA24-00C2E3501513}"/>
            </ac:picMkLst>
          </pc:picChg>
          <pc:picChg chg="del">
            <ac:chgData name="A Grütter" userId="e78c002283f2c33b" providerId="LiveId" clId="{BEAB9293-CD79-2B4F-B993-A38868684D77}" dt="2023-11-09T17:30:02.421" v="22" actId="478"/>
            <ac:picMkLst>
              <pc:docMk/>
              <pc:sldMasterMk cId="0" sldId="2147483648"/>
              <pc:sldLayoutMk cId="3126053069" sldId="2147483684"/>
              <ac:picMk id="17" creationId="{37EC9B33-6385-4120-9DAF-34F38FCCD128}"/>
            </ac:picMkLst>
          </pc:picChg>
          <pc:picChg chg="del">
            <ac:chgData name="A Grütter" userId="e78c002283f2c33b" providerId="LiveId" clId="{BEAB9293-CD79-2B4F-B993-A38868684D77}" dt="2023-11-09T17:30:02.421" v="22" actId="478"/>
            <ac:picMkLst>
              <pc:docMk/>
              <pc:sldMasterMk cId="0" sldId="2147483648"/>
              <pc:sldLayoutMk cId="3126053069" sldId="2147483684"/>
              <ac:picMk id="18" creationId="{E864632B-EFD2-46C3-A056-575C7C44B5B0}"/>
            </ac:picMkLst>
          </pc:picChg>
          <pc:picChg chg="del">
            <ac:chgData name="A Grütter" userId="e78c002283f2c33b" providerId="LiveId" clId="{BEAB9293-CD79-2B4F-B993-A38868684D77}" dt="2023-11-09T17:30:02.421" v="22" actId="478"/>
            <ac:picMkLst>
              <pc:docMk/>
              <pc:sldMasterMk cId="0" sldId="2147483648"/>
              <pc:sldLayoutMk cId="3126053069" sldId="2147483684"/>
              <ac:picMk id="19" creationId="{8A468947-5D89-4BA3-8760-66340FDBE9A8}"/>
            </ac:picMkLst>
          </pc:picChg>
        </pc:sldLayoutChg>
      </pc:sldMasterChg>
    </pc:docChg>
  </pc:docChgLst>
  <pc:docChgLst>
    <pc:chgData name="A Grütter" userId="e78c002283f2c33b" providerId="Windows Live" clId="Web-{8B0A0596-D4DB-4646-AAC0-7539CF8E909D}"/>
    <pc:docChg chg="modSld">
      <pc:chgData name="A Grütter" userId="e78c002283f2c33b" providerId="Windows Live" clId="Web-{8B0A0596-D4DB-4646-AAC0-7539CF8E909D}" dt="2023-02-23T19:29:09.221" v="116"/>
      <pc:docMkLst>
        <pc:docMk/>
      </pc:docMkLst>
      <pc:sldChg chg="modSp">
        <pc:chgData name="A Grütter" userId="e78c002283f2c33b" providerId="Windows Live" clId="Web-{8B0A0596-D4DB-4646-AAC0-7539CF8E909D}" dt="2023-02-23T19:17:45.856" v="115" actId="1076"/>
        <pc:sldMkLst>
          <pc:docMk/>
          <pc:sldMk cId="0" sldId="256"/>
        </pc:sldMkLst>
        <pc:spChg chg="mod">
          <ac:chgData name="A Grütter" userId="e78c002283f2c33b" providerId="Windows Live" clId="Web-{8B0A0596-D4DB-4646-AAC0-7539CF8E909D}" dt="2023-02-23T19:17:45.856" v="115" actId="1076"/>
          <ac:spMkLst>
            <pc:docMk/>
            <pc:sldMk cId="0" sldId="256"/>
            <ac:spMk id="3" creationId="{00000000-0000-0000-0000-000000000000}"/>
          </ac:spMkLst>
        </pc:spChg>
      </pc:sldChg>
      <pc:sldChg chg="modSp">
        <pc:chgData name="A Grütter" userId="e78c002283f2c33b" providerId="Windows Live" clId="Web-{8B0A0596-D4DB-4646-AAC0-7539CF8E909D}" dt="2023-02-23T19:17:09.230" v="102" actId="20577"/>
        <pc:sldMkLst>
          <pc:docMk/>
          <pc:sldMk cId="3810637871" sldId="299"/>
        </pc:sldMkLst>
        <pc:spChg chg="mod">
          <ac:chgData name="A Grütter" userId="e78c002283f2c33b" providerId="Windows Live" clId="Web-{8B0A0596-D4DB-4646-AAC0-7539CF8E909D}" dt="2023-02-23T19:17:09.230" v="102" actId="20577"/>
          <ac:spMkLst>
            <pc:docMk/>
            <pc:sldMk cId="3810637871" sldId="299"/>
            <ac:spMk id="5126" creationId="{00000000-0000-0000-0000-000000000000}"/>
          </ac:spMkLst>
        </pc:spChg>
      </pc:sldChg>
      <pc:sldChg chg="delSp">
        <pc:chgData name="A Grütter" userId="e78c002283f2c33b" providerId="Windows Live" clId="Web-{8B0A0596-D4DB-4646-AAC0-7539CF8E909D}" dt="2023-02-23T19:29:09.221" v="116"/>
        <pc:sldMkLst>
          <pc:docMk/>
          <pc:sldMk cId="385472013" sldId="314"/>
        </pc:sldMkLst>
        <pc:spChg chg="del">
          <ac:chgData name="A Grütter" userId="e78c002283f2c33b" providerId="Windows Live" clId="Web-{8B0A0596-D4DB-4646-AAC0-7539CF8E909D}" dt="2023-02-23T19:29:09.221" v="116"/>
          <ac:spMkLst>
            <pc:docMk/>
            <pc:sldMk cId="385472013" sldId="314"/>
            <ac:spMk id="7" creationId="{678B6516-222F-42A6-8C96-0359DD918522}"/>
          </ac:spMkLst>
        </pc:spChg>
      </pc:sldChg>
    </pc:docChg>
  </pc:docChgLst>
  <pc:docChgLst>
    <pc:chgData name="A Grütter" userId="e78c002283f2c33b" providerId="LiveId" clId="{BF83B70D-9E38-334A-A058-6C5E4831EA42}"/>
    <pc:docChg chg="custSel modSld modMainMaster">
      <pc:chgData name="A Grütter" userId="e78c002283f2c33b" providerId="LiveId" clId="{BF83B70D-9E38-334A-A058-6C5E4831EA42}" dt="2023-11-11T09:22:04.902" v="119" actId="33524"/>
      <pc:docMkLst>
        <pc:docMk/>
      </pc:docMkLst>
      <pc:sldChg chg="modSp mod">
        <pc:chgData name="A Grütter" userId="e78c002283f2c33b" providerId="LiveId" clId="{BF83B70D-9E38-334A-A058-6C5E4831EA42}" dt="2023-11-11T09:22:04.902" v="119" actId="33524"/>
        <pc:sldMkLst>
          <pc:docMk/>
          <pc:sldMk cId="0" sldId="257"/>
        </pc:sldMkLst>
        <pc:spChg chg="mod">
          <ac:chgData name="A Grütter" userId="e78c002283f2c33b" providerId="LiveId" clId="{BF83B70D-9E38-334A-A058-6C5E4831EA42}" dt="2023-11-11T09:22:04.902" v="119" actId="33524"/>
          <ac:spMkLst>
            <pc:docMk/>
            <pc:sldMk cId="0" sldId="257"/>
            <ac:spMk id="14339" creationId="{00000000-0000-0000-0000-000000000000}"/>
          </ac:spMkLst>
        </pc:spChg>
      </pc:sldChg>
      <pc:sldMasterChg chg="addSp delSp modSp mod modSldLayout">
        <pc:chgData name="A Grütter" userId="e78c002283f2c33b" providerId="LiveId" clId="{BF83B70D-9E38-334A-A058-6C5E4831EA42}" dt="2023-11-11T09:20:37.403" v="117" actId="465"/>
        <pc:sldMasterMkLst>
          <pc:docMk/>
          <pc:sldMasterMk cId="0" sldId="2147483648"/>
        </pc:sldMasterMkLst>
        <pc:spChg chg="add del mod">
          <ac:chgData name="A Grütter" userId="e78c002283f2c33b" providerId="LiveId" clId="{BF83B70D-9E38-334A-A058-6C5E4831EA42}" dt="2023-11-11T09:17:28.829" v="36"/>
          <ac:spMkLst>
            <pc:docMk/>
            <pc:sldMasterMk cId="0" sldId="2147483648"/>
            <ac:spMk id="14" creationId="{35629ECF-CEED-0405-B97E-97B8B891AC1C}"/>
          </ac:spMkLst>
        </pc:spChg>
        <pc:picChg chg="del">
          <ac:chgData name="A Grütter" userId="e78c002283f2c33b" providerId="LiveId" clId="{BF83B70D-9E38-334A-A058-6C5E4831EA42}" dt="2023-11-11T09:17:18.268" v="31" actId="478"/>
          <ac:picMkLst>
            <pc:docMk/>
            <pc:sldMasterMk cId="0" sldId="2147483648"/>
            <ac:picMk id="4" creationId="{C35FF1A7-298F-493D-832A-8EC1CF7AA238}"/>
          </ac:picMkLst>
        </pc:picChg>
        <pc:picChg chg="del">
          <ac:chgData name="A Grütter" userId="e78c002283f2c33b" providerId="LiveId" clId="{BF83B70D-9E38-334A-A058-6C5E4831EA42}" dt="2023-11-11T09:17:18.268" v="31" actId="478"/>
          <ac:picMkLst>
            <pc:docMk/>
            <pc:sldMasterMk cId="0" sldId="2147483648"/>
            <ac:picMk id="5" creationId="{D0C9F2A7-024A-0A70-30B7-79943080078B}"/>
          </ac:picMkLst>
        </pc:picChg>
        <pc:picChg chg="add mod">
          <ac:chgData name="A Grütter" userId="e78c002283f2c33b" providerId="LiveId" clId="{BF83B70D-9E38-334A-A058-6C5E4831EA42}" dt="2023-11-11T09:20:37.403" v="117" actId="465"/>
          <ac:picMkLst>
            <pc:docMk/>
            <pc:sldMasterMk cId="0" sldId="2147483648"/>
            <ac:picMk id="6" creationId="{DD1A0C40-396D-3F45-1A83-10E67C2F00CB}"/>
          </ac:picMkLst>
        </pc:picChg>
        <pc:picChg chg="add mod">
          <ac:chgData name="A Grütter" userId="e78c002283f2c33b" providerId="LiveId" clId="{BF83B70D-9E38-334A-A058-6C5E4831EA42}" dt="2023-11-11T09:20:37.403" v="117" actId="465"/>
          <ac:picMkLst>
            <pc:docMk/>
            <pc:sldMasterMk cId="0" sldId="2147483648"/>
            <ac:picMk id="7" creationId="{98E6C554-C8B3-9358-E65F-7881C02ED4B7}"/>
          </ac:picMkLst>
        </pc:picChg>
        <pc:picChg chg="add mod">
          <ac:chgData name="A Grütter" userId="e78c002283f2c33b" providerId="LiveId" clId="{BF83B70D-9E38-334A-A058-6C5E4831EA42}" dt="2023-11-11T09:20:37.403" v="117" actId="465"/>
          <ac:picMkLst>
            <pc:docMk/>
            <pc:sldMasterMk cId="0" sldId="2147483648"/>
            <ac:picMk id="8" creationId="{EC39A5D1-50CA-AF2D-D9C6-C675032C8EE3}"/>
          </ac:picMkLst>
        </pc:picChg>
        <pc:picChg chg="add mod">
          <ac:chgData name="A Grütter" userId="e78c002283f2c33b" providerId="LiveId" clId="{BF83B70D-9E38-334A-A058-6C5E4831EA42}" dt="2023-11-11T09:20:37.403" v="117" actId="465"/>
          <ac:picMkLst>
            <pc:docMk/>
            <pc:sldMasterMk cId="0" sldId="2147483648"/>
            <ac:picMk id="9" creationId="{869CFDE5-24A9-6C4F-BFE4-A9D8C8AD295F}"/>
          </ac:picMkLst>
        </pc:picChg>
        <pc:picChg chg="add mod">
          <ac:chgData name="A Grütter" userId="e78c002283f2c33b" providerId="LiveId" clId="{BF83B70D-9E38-334A-A058-6C5E4831EA42}" dt="2023-11-11T09:20:37.403" v="117" actId="465"/>
          <ac:picMkLst>
            <pc:docMk/>
            <pc:sldMasterMk cId="0" sldId="2147483648"/>
            <ac:picMk id="10" creationId="{022B32E6-98B0-EFF8-08F5-CF9CA0F03324}"/>
          </ac:picMkLst>
        </pc:picChg>
        <pc:picChg chg="add mod">
          <ac:chgData name="A Grütter" userId="e78c002283f2c33b" providerId="LiveId" clId="{BF83B70D-9E38-334A-A058-6C5E4831EA42}" dt="2023-11-11T09:20:37.403" v="117" actId="465"/>
          <ac:picMkLst>
            <pc:docMk/>
            <pc:sldMasterMk cId="0" sldId="2147483648"/>
            <ac:picMk id="11" creationId="{D91B31F8-5D3C-B82E-9B04-766608E9071A}"/>
          </ac:picMkLst>
        </pc:picChg>
        <pc:picChg chg="add mod">
          <ac:chgData name="A Grütter" userId="e78c002283f2c33b" providerId="LiveId" clId="{BF83B70D-9E38-334A-A058-6C5E4831EA42}" dt="2023-11-11T09:20:37.403" v="117" actId="465"/>
          <ac:picMkLst>
            <pc:docMk/>
            <pc:sldMasterMk cId="0" sldId="2147483648"/>
            <ac:picMk id="12" creationId="{45B82C6E-07C6-E28B-B80C-CF8851580A02}"/>
          </ac:picMkLst>
        </pc:picChg>
        <pc:picChg chg="add mod">
          <ac:chgData name="A Grütter" userId="e78c002283f2c33b" providerId="LiveId" clId="{BF83B70D-9E38-334A-A058-6C5E4831EA42}" dt="2023-11-11T09:20:37.403" v="117" actId="465"/>
          <ac:picMkLst>
            <pc:docMk/>
            <pc:sldMasterMk cId="0" sldId="2147483648"/>
            <ac:picMk id="13" creationId="{8490ECEB-8D11-5431-BE51-DB163D8058C1}"/>
          </ac:picMkLst>
        </pc:picChg>
        <pc:picChg chg="del">
          <ac:chgData name="A Grütter" userId="e78c002283f2c33b" providerId="LiveId" clId="{BF83B70D-9E38-334A-A058-6C5E4831EA42}" dt="2023-11-11T09:17:18.268" v="31" actId="478"/>
          <ac:picMkLst>
            <pc:docMk/>
            <pc:sldMasterMk cId="0" sldId="2147483648"/>
            <ac:picMk id="26" creationId="{B3CF46F1-7CED-452C-99A9-0FA5D401CE0E}"/>
          </ac:picMkLst>
        </pc:picChg>
        <pc:picChg chg="del">
          <ac:chgData name="A Grütter" userId="e78c002283f2c33b" providerId="LiveId" clId="{BF83B70D-9E38-334A-A058-6C5E4831EA42}" dt="2023-11-11T09:17:18.268" v="31" actId="478"/>
          <ac:picMkLst>
            <pc:docMk/>
            <pc:sldMasterMk cId="0" sldId="2147483648"/>
            <ac:picMk id="33" creationId="{3A95D3C8-C879-46D1-B801-75865690204D}"/>
          </ac:picMkLst>
        </pc:picChg>
        <pc:picChg chg="del">
          <ac:chgData name="A Grütter" userId="e78c002283f2c33b" providerId="LiveId" clId="{BF83B70D-9E38-334A-A058-6C5E4831EA42}" dt="2023-11-11T09:17:18.268" v="31" actId="478"/>
          <ac:picMkLst>
            <pc:docMk/>
            <pc:sldMasterMk cId="0" sldId="2147483648"/>
            <ac:picMk id="34" creationId="{C042A66E-09D8-403D-9300-0955B995BAEC}"/>
          </ac:picMkLst>
        </pc:picChg>
        <pc:picChg chg="del">
          <ac:chgData name="A Grütter" userId="e78c002283f2c33b" providerId="LiveId" clId="{BF83B70D-9E38-334A-A058-6C5E4831EA42}" dt="2023-11-11T09:17:18.268" v="31" actId="478"/>
          <ac:picMkLst>
            <pc:docMk/>
            <pc:sldMasterMk cId="0" sldId="2147483648"/>
            <ac:picMk id="35" creationId="{4074116E-3C12-420E-9F87-6AF4F41BA9AA}"/>
          </ac:picMkLst>
        </pc:picChg>
        <pc:picChg chg="del">
          <ac:chgData name="A Grütter" userId="e78c002283f2c33b" providerId="LiveId" clId="{BF83B70D-9E38-334A-A058-6C5E4831EA42}" dt="2023-11-11T09:17:18.268" v="31" actId="478"/>
          <ac:picMkLst>
            <pc:docMk/>
            <pc:sldMasterMk cId="0" sldId="2147483648"/>
            <ac:picMk id="36" creationId="{E572868C-1F84-40F0-8BD6-011DA856F165}"/>
          </ac:picMkLst>
        </pc:picChg>
        <pc:sldLayoutChg chg="addSp delSp modSp mod">
          <pc:chgData name="A Grütter" userId="e78c002283f2c33b" providerId="LiveId" clId="{BF83B70D-9E38-334A-A058-6C5E4831EA42}" dt="2023-11-11T09:16:38.810" v="24" actId="478"/>
          <pc:sldLayoutMkLst>
            <pc:docMk/>
            <pc:sldMasterMk cId="0" sldId="2147483648"/>
            <pc:sldLayoutMk cId="3126053069" sldId="2147483684"/>
          </pc:sldLayoutMkLst>
          <pc:picChg chg="mod">
            <ac:chgData name="A Grütter" userId="e78c002283f2c33b" providerId="LiveId" clId="{BF83B70D-9E38-334A-A058-6C5E4831EA42}" dt="2023-11-11T09:15:58.209" v="15" actId="1076"/>
            <ac:picMkLst>
              <pc:docMk/>
              <pc:sldMasterMk cId="0" sldId="2147483648"/>
              <pc:sldLayoutMk cId="3126053069" sldId="2147483684"/>
              <ac:picMk id="3" creationId="{1C15D040-A3E1-8A54-23C4-282DB2A65916}"/>
            </ac:picMkLst>
          </pc:picChg>
          <pc:picChg chg="mod">
            <ac:chgData name="A Grütter" userId="e78c002283f2c33b" providerId="LiveId" clId="{BF83B70D-9E38-334A-A058-6C5E4831EA42}" dt="2023-11-11T09:16:16.309" v="19" actId="1037"/>
            <ac:picMkLst>
              <pc:docMk/>
              <pc:sldMasterMk cId="0" sldId="2147483648"/>
              <pc:sldLayoutMk cId="3126053069" sldId="2147483684"/>
              <ac:picMk id="4" creationId="{3AC120E8-E80F-76CE-2913-58CE312B3E1F}"/>
            </ac:picMkLst>
          </pc:picChg>
          <pc:picChg chg="mod">
            <ac:chgData name="A Grütter" userId="e78c002283f2c33b" providerId="LiveId" clId="{BF83B70D-9E38-334A-A058-6C5E4831EA42}" dt="2023-11-11T09:16:26.413" v="22" actId="1038"/>
            <ac:picMkLst>
              <pc:docMk/>
              <pc:sldMasterMk cId="0" sldId="2147483648"/>
              <pc:sldLayoutMk cId="3126053069" sldId="2147483684"/>
              <ac:picMk id="5" creationId="{36E97C25-3A94-EB70-9BAB-879364383C18}"/>
            </ac:picMkLst>
          </pc:picChg>
          <pc:picChg chg="mod">
            <ac:chgData name="A Grütter" userId="e78c002283f2c33b" providerId="LiveId" clId="{BF83B70D-9E38-334A-A058-6C5E4831EA42}" dt="2023-11-11T09:16:16.309" v="19" actId="1037"/>
            <ac:picMkLst>
              <pc:docMk/>
              <pc:sldMasterMk cId="0" sldId="2147483648"/>
              <pc:sldLayoutMk cId="3126053069" sldId="2147483684"/>
              <ac:picMk id="6" creationId="{B7D5860A-F742-086B-47CF-8484AC90B287}"/>
            </ac:picMkLst>
          </pc:picChg>
          <pc:picChg chg="mod">
            <ac:chgData name="A Grütter" userId="e78c002283f2c33b" providerId="LiveId" clId="{BF83B70D-9E38-334A-A058-6C5E4831EA42}" dt="2023-11-11T09:16:16.309" v="19" actId="1037"/>
            <ac:picMkLst>
              <pc:docMk/>
              <pc:sldMasterMk cId="0" sldId="2147483648"/>
              <pc:sldLayoutMk cId="3126053069" sldId="2147483684"/>
              <ac:picMk id="7" creationId="{F703F57D-9F03-0DED-071F-6B9ABE3D8D4F}"/>
            </ac:picMkLst>
          </pc:picChg>
          <pc:picChg chg="mod">
            <ac:chgData name="A Grütter" userId="e78c002283f2c33b" providerId="LiveId" clId="{BF83B70D-9E38-334A-A058-6C5E4831EA42}" dt="2023-11-11T09:15:58.209" v="15" actId="1076"/>
            <ac:picMkLst>
              <pc:docMk/>
              <pc:sldMasterMk cId="0" sldId="2147483648"/>
              <pc:sldLayoutMk cId="3126053069" sldId="2147483684"/>
              <ac:picMk id="8" creationId="{EDC6C630-60BD-720E-D573-791C3D88A275}"/>
            </ac:picMkLst>
          </pc:picChg>
          <pc:picChg chg="mod">
            <ac:chgData name="A Grütter" userId="e78c002283f2c33b" providerId="LiveId" clId="{BF83B70D-9E38-334A-A058-6C5E4831EA42}" dt="2023-11-11T09:16:16.309" v="19" actId="1037"/>
            <ac:picMkLst>
              <pc:docMk/>
              <pc:sldMasterMk cId="0" sldId="2147483648"/>
              <pc:sldLayoutMk cId="3126053069" sldId="2147483684"/>
              <ac:picMk id="9" creationId="{495C63F9-09DE-2447-0440-37C087B5F160}"/>
            </ac:picMkLst>
          </pc:picChg>
          <pc:picChg chg="add mod">
            <ac:chgData name="A Grütter" userId="e78c002283f2c33b" providerId="LiveId" clId="{BF83B70D-9E38-334A-A058-6C5E4831EA42}" dt="2023-11-11T09:16:31.261" v="23" actId="1038"/>
            <ac:picMkLst>
              <pc:docMk/>
              <pc:sldMasterMk cId="0" sldId="2147483648"/>
              <pc:sldLayoutMk cId="3126053069" sldId="2147483684"/>
              <ac:picMk id="10" creationId="{EE103199-E395-BAFE-4FEA-718623494690}"/>
            </ac:picMkLst>
          </pc:picChg>
          <pc:picChg chg="add del mod">
            <ac:chgData name="A Grütter" userId="e78c002283f2c33b" providerId="LiveId" clId="{BF83B70D-9E38-334A-A058-6C5E4831EA42}" dt="2023-11-11T09:14:37.593" v="4" actId="478"/>
            <ac:picMkLst>
              <pc:docMk/>
              <pc:sldMasterMk cId="0" sldId="2147483648"/>
              <pc:sldLayoutMk cId="3126053069" sldId="2147483684"/>
              <ac:picMk id="1026" creationId="{D021378B-7224-3F1D-D658-94C85800AB63}"/>
            </ac:picMkLst>
          </pc:picChg>
          <pc:picChg chg="add del mod">
            <ac:chgData name="A Grütter" userId="e78c002283f2c33b" providerId="LiveId" clId="{BF83B70D-9E38-334A-A058-6C5E4831EA42}" dt="2023-11-11T09:16:38.810" v="24" actId="478"/>
            <ac:picMkLst>
              <pc:docMk/>
              <pc:sldMasterMk cId="0" sldId="2147483648"/>
              <pc:sldLayoutMk cId="3126053069" sldId="2147483684"/>
              <ac:picMk id="1028" creationId="{2BABD12B-05A4-E86A-9E22-4E8180DF97AE}"/>
            </ac:picMkLst>
          </pc:picChg>
        </pc:sldLayoutChg>
        <pc:sldLayoutChg chg="addSp delSp modSp mod">
          <pc:chgData name="A Grütter" userId="e78c002283f2c33b" providerId="LiveId" clId="{BF83B70D-9E38-334A-A058-6C5E4831EA42}" dt="2023-11-11T09:17:06.035" v="30"/>
          <pc:sldLayoutMkLst>
            <pc:docMk/>
            <pc:sldMasterMk cId="0" sldId="2147483648"/>
            <pc:sldLayoutMk cId="2362686361" sldId="2147483686"/>
          </pc:sldLayoutMkLst>
          <pc:spChg chg="add del mod">
            <ac:chgData name="A Grütter" userId="e78c002283f2c33b" providerId="LiveId" clId="{BF83B70D-9E38-334A-A058-6C5E4831EA42}" dt="2023-11-11T09:17:05.033" v="28"/>
            <ac:spMkLst>
              <pc:docMk/>
              <pc:sldMasterMk cId="0" sldId="2147483648"/>
              <pc:sldLayoutMk cId="2362686361" sldId="2147483686"/>
              <ac:spMk id="3" creationId="{9CDADDD2-47E5-3C01-368C-F57DE4FD2017}"/>
            </ac:spMkLst>
          </pc:spChg>
          <pc:spChg chg="add del mod">
            <ac:chgData name="A Grütter" userId="e78c002283f2c33b" providerId="LiveId" clId="{BF83B70D-9E38-334A-A058-6C5E4831EA42}" dt="2023-11-11T09:17:06.035" v="30"/>
            <ac:spMkLst>
              <pc:docMk/>
              <pc:sldMasterMk cId="0" sldId="2147483648"/>
              <pc:sldLayoutMk cId="2362686361" sldId="2147483686"/>
              <ac:spMk id="4" creationId="{B99E1DFF-F2F4-7F42-D712-47AE2C5A4121}"/>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1" y="0"/>
            <a:ext cx="2945764"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de-CH"/>
          </a:p>
        </p:txBody>
      </p:sp>
      <p:sp>
        <p:nvSpPr>
          <p:cNvPr id="28675" name="Rectangle 3"/>
          <p:cNvSpPr>
            <a:spLocks noGrp="1" noChangeArrowheads="1"/>
          </p:cNvSpPr>
          <p:nvPr>
            <p:ph type="dt" sz="quarter" idx="1"/>
          </p:nvPr>
        </p:nvSpPr>
        <p:spPr bwMode="auto">
          <a:xfrm>
            <a:off x="3850344" y="0"/>
            <a:ext cx="2945764"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de-CH"/>
          </a:p>
        </p:txBody>
      </p:sp>
      <p:sp>
        <p:nvSpPr>
          <p:cNvPr id="28676" name="Rectangle 4"/>
          <p:cNvSpPr>
            <a:spLocks noGrp="1" noChangeArrowheads="1"/>
          </p:cNvSpPr>
          <p:nvPr>
            <p:ph type="ftr" sz="quarter" idx="2"/>
          </p:nvPr>
        </p:nvSpPr>
        <p:spPr bwMode="auto">
          <a:xfrm>
            <a:off x="1" y="9430224"/>
            <a:ext cx="2945764"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de-CH"/>
          </a:p>
        </p:txBody>
      </p:sp>
      <p:sp>
        <p:nvSpPr>
          <p:cNvPr id="28677" name="Rectangle 5"/>
          <p:cNvSpPr>
            <a:spLocks noGrp="1" noChangeArrowheads="1"/>
          </p:cNvSpPr>
          <p:nvPr>
            <p:ph type="sldNum" sz="quarter" idx="3"/>
          </p:nvPr>
        </p:nvSpPr>
        <p:spPr bwMode="auto">
          <a:xfrm>
            <a:off x="3850344" y="9430224"/>
            <a:ext cx="2945764"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B0BDD632-AF76-4B6E-A8CC-46EE38669ACC}" type="slidenum">
              <a:rPr lang="de-CH"/>
              <a:pPr>
                <a:defRPr/>
              </a:pPr>
              <a:t>‹Nr.›</a:t>
            </a:fld>
            <a:endParaRPr lang="de-CH"/>
          </a:p>
        </p:txBody>
      </p:sp>
    </p:spTree>
    <p:extLst>
      <p:ext uri="{BB962C8B-B14F-4D97-AF65-F5344CB8AC3E}">
        <p14:creationId xmlns:p14="http://schemas.microsoft.com/office/powerpoint/2010/main" val="71948962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1" y="0"/>
            <a:ext cx="2945764"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de-CH"/>
          </a:p>
        </p:txBody>
      </p:sp>
      <p:sp>
        <p:nvSpPr>
          <p:cNvPr id="6147" name="Rectangle 3"/>
          <p:cNvSpPr>
            <a:spLocks noGrp="1" noChangeArrowheads="1"/>
          </p:cNvSpPr>
          <p:nvPr>
            <p:ph type="dt" idx="1"/>
          </p:nvPr>
        </p:nvSpPr>
        <p:spPr bwMode="auto">
          <a:xfrm>
            <a:off x="3850344" y="0"/>
            <a:ext cx="2945764"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de-CH"/>
          </a:p>
        </p:txBody>
      </p:sp>
      <p:sp>
        <p:nvSpPr>
          <p:cNvPr id="21508" name="Rectangle 4"/>
          <p:cNvSpPr>
            <a:spLocks noGrp="1" noRot="1" noChangeAspect="1" noChangeArrowheads="1" noTextEdit="1"/>
          </p:cNvSpPr>
          <p:nvPr>
            <p:ph type="sldImg" idx="2"/>
          </p:nvPr>
        </p:nvSpPr>
        <p:spPr bwMode="auto">
          <a:xfrm>
            <a:off x="90488" y="744538"/>
            <a:ext cx="6616700" cy="372268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678829" y="4715907"/>
            <a:ext cx="5440021" cy="4467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CH" noProof="0"/>
              <a:t>Textmasterformate durch Klicken bearbeiten</a:t>
            </a:r>
          </a:p>
          <a:p>
            <a:pPr lvl="1"/>
            <a:r>
              <a:rPr lang="de-CH" noProof="0"/>
              <a:t>Zweite Ebene</a:t>
            </a:r>
          </a:p>
          <a:p>
            <a:pPr lvl="2"/>
            <a:r>
              <a:rPr lang="de-CH" noProof="0"/>
              <a:t>Dritte Ebene</a:t>
            </a:r>
          </a:p>
          <a:p>
            <a:pPr lvl="3"/>
            <a:r>
              <a:rPr lang="de-CH" noProof="0"/>
              <a:t>Vierte Ebene</a:t>
            </a:r>
          </a:p>
          <a:p>
            <a:pPr lvl="4"/>
            <a:r>
              <a:rPr lang="de-CH" noProof="0"/>
              <a:t>Fünfte Ebene</a:t>
            </a:r>
          </a:p>
        </p:txBody>
      </p:sp>
      <p:sp>
        <p:nvSpPr>
          <p:cNvPr id="6150" name="Rectangle 6"/>
          <p:cNvSpPr>
            <a:spLocks noGrp="1" noChangeArrowheads="1"/>
          </p:cNvSpPr>
          <p:nvPr>
            <p:ph type="ftr" sz="quarter" idx="4"/>
          </p:nvPr>
        </p:nvSpPr>
        <p:spPr bwMode="auto">
          <a:xfrm>
            <a:off x="1" y="9430224"/>
            <a:ext cx="2945764"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de-CH"/>
          </a:p>
        </p:txBody>
      </p:sp>
      <p:sp>
        <p:nvSpPr>
          <p:cNvPr id="6151" name="Rectangle 7"/>
          <p:cNvSpPr>
            <a:spLocks noGrp="1" noChangeArrowheads="1"/>
          </p:cNvSpPr>
          <p:nvPr>
            <p:ph type="sldNum" sz="quarter" idx="5"/>
          </p:nvPr>
        </p:nvSpPr>
        <p:spPr bwMode="auto">
          <a:xfrm>
            <a:off x="3850344" y="9430224"/>
            <a:ext cx="2945764"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239AEE10-BC3B-4292-9A97-C81DCA61057E}" type="slidenum">
              <a:rPr lang="de-CH"/>
              <a:pPr>
                <a:defRPr/>
              </a:pPr>
              <a:t>‹Nr.›</a:t>
            </a:fld>
            <a:endParaRPr lang="de-CH"/>
          </a:p>
        </p:txBody>
      </p:sp>
    </p:spTree>
    <p:extLst>
      <p:ext uri="{BB962C8B-B14F-4D97-AF65-F5344CB8AC3E}">
        <p14:creationId xmlns:p14="http://schemas.microsoft.com/office/powerpoint/2010/main" val="152913959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778F90D-C957-470F-B566-E5D5F694535C}" type="slidenum">
              <a:rPr lang="de-CH" smtClean="0"/>
              <a:pPr eaLnBrk="1" hangingPunct="1"/>
              <a:t>1</a:t>
            </a:fld>
            <a:endParaRPr lang="de-CH"/>
          </a:p>
        </p:txBody>
      </p:sp>
      <p:sp>
        <p:nvSpPr>
          <p:cNvPr id="22531" name="Rectangle 2"/>
          <p:cNvSpPr>
            <a:spLocks noGrp="1" noRot="1" noChangeAspect="1" noChangeArrowheads="1" noTextEdit="1"/>
          </p:cNvSpPr>
          <p:nvPr>
            <p:ph type="sldImg"/>
          </p:nvPr>
        </p:nvSpPr>
        <p:spPr>
          <a:xfrm>
            <a:off x="90488" y="744538"/>
            <a:ext cx="6616700" cy="3722687"/>
          </a:xfrm>
          <a:ln/>
        </p:spPr>
      </p:sp>
      <p:sp>
        <p:nvSpPr>
          <p:cNvPr id="22532" name="Rectangle 3"/>
          <p:cNvSpPr>
            <a:spLocks noGrp="1" noChangeArrowheads="1"/>
          </p:cNvSpPr>
          <p:nvPr>
            <p:ph type="body" idx="1"/>
          </p:nvPr>
        </p:nvSpPr>
        <p:spPr>
          <a:noFill/>
        </p:spPr>
        <p:txBody>
          <a:bodyPr/>
          <a:lstStyle/>
          <a:p>
            <a:pPr eaLnBrk="1" hangingPunct="1"/>
            <a:endParaRPr lang="de-DE" dirty="0"/>
          </a:p>
        </p:txBody>
      </p:sp>
    </p:spTree>
    <p:extLst>
      <p:ext uri="{BB962C8B-B14F-4D97-AF65-F5344CB8AC3E}">
        <p14:creationId xmlns:p14="http://schemas.microsoft.com/office/powerpoint/2010/main" val="757554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CB08E8A-331D-4C2C-9A5B-6C180F5778E7}" type="slidenum">
              <a:rPr lang="de-CH" smtClean="0"/>
              <a:pPr eaLnBrk="1" hangingPunct="1"/>
              <a:t>2</a:t>
            </a:fld>
            <a:endParaRPr lang="de-CH"/>
          </a:p>
        </p:txBody>
      </p:sp>
      <p:sp>
        <p:nvSpPr>
          <p:cNvPr id="23555" name="Rectangle 2"/>
          <p:cNvSpPr>
            <a:spLocks noGrp="1" noRot="1" noChangeAspect="1" noChangeArrowheads="1" noTextEdit="1"/>
          </p:cNvSpPr>
          <p:nvPr>
            <p:ph type="sldImg"/>
          </p:nvPr>
        </p:nvSpPr>
        <p:spPr>
          <a:xfrm>
            <a:off x="90488" y="744538"/>
            <a:ext cx="6616700" cy="3722687"/>
          </a:xfrm>
          <a:ln/>
        </p:spPr>
      </p:sp>
      <p:sp>
        <p:nvSpPr>
          <p:cNvPr id="23556" name="Rectangle 3"/>
          <p:cNvSpPr>
            <a:spLocks noGrp="1" noChangeArrowheads="1"/>
          </p:cNvSpPr>
          <p:nvPr>
            <p:ph type="body" idx="1"/>
          </p:nvPr>
        </p:nvSpPr>
        <p:spPr>
          <a:noFill/>
        </p:spPr>
        <p:txBody>
          <a:bodyPr/>
          <a:lstStyle/>
          <a:p>
            <a:pPr eaLnBrk="1" hangingPunct="1"/>
            <a:r>
              <a:rPr lang="de-CH"/>
              <a:t>Wer ist heute zum ersten Mal an einem BAT?</a:t>
            </a:r>
          </a:p>
          <a:p>
            <a:pPr eaLnBrk="1" hangingPunct="1"/>
            <a:endParaRPr lang="de-CH"/>
          </a:p>
          <a:p>
            <a:pPr eaLnBrk="1" hangingPunct="1"/>
            <a:r>
              <a:rPr lang="de-CH"/>
              <a:t>Sponsoren </a:t>
            </a:r>
            <a:r>
              <a:rPr lang="de-CH" dirty="0"/>
              <a:t>kurz vorstellen</a:t>
            </a:r>
          </a:p>
          <a:p>
            <a:pPr eaLnBrk="1" hangingPunct="1"/>
            <a:endParaRPr lang="de-CH" dirty="0"/>
          </a:p>
          <a:p>
            <a:pPr eaLnBrk="1" hangingPunct="1"/>
            <a:endParaRPr lang="de-CH" dirty="0"/>
          </a:p>
        </p:txBody>
      </p:sp>
    </p:spTree>
    <p:extLst>
      <p:ext uri="{BB962C8B-B14F-4D97-AF65-F5344CB8AC3E}">
        <p14:creationId xmlns:p14="http://schemas.microsoft.com/office/powerpoint/2010/main" val="3970264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2A022FE-1736-4550-A92A-6D288FABD7A5}" type="slidenum">
              <a:rPr lang="de-CH" smtClean="0"/>
              <a:pPr eaLnBrk="1" hangingPunct="1"/>
              <a:t>3</a:t>
            </a:fld>
            <a:endParaRPr lang="de-CH"/>
          </a:p>
        </p:txBody>
      </p:sp>
      <p:sp>
        <p:nvSpPr>
          <p:cNvPr id="24579" name="Rectangle 2"/>
          <p:cNvSpPr>
            <a:spLocks noGrp="1" noRot="1" noChangeAspect="1" noChangeArrowheads="1" noTextEdit="1"/>
          </p:cNvSpPr>
          <p:nvPr>
            <p:ph type="sldImg"/>
          </p:nvPr>
        </p:nvSpPr>
        <p:spPr>
          <a:xfrm>
            <a:off x="90488" y="744538"/>
            <a:ext cx="6616700" cy="3722687"/>
          </a:xfrm>
          <a:ln/>
        </p:spPr>
      </p:sp>
      <p:sp>
        <p:nvSpPr>
          <p:cNvPr id="24580" name="Rectangle 3"/>
          <p:cNvSpPr>
            <a:spLocks noGrp="1" noChangeArrowheads="1"/>
          </p:cNvSpPr>
          <p:nvPr>
            <p:ph type="body" idx="1"/>
          </p:nvPr>
        </p:nvSpPr>
        <p:spPr>
          <a:noFill/>
        </p:spPr>
        <p:txBody>
          <a:bodyPr/>
          <a:lstStyle/>
          <a:p>
            <a:pPr eaLnBrk="1" hangingPunct="1"/>
            <a:endParaRPr lang="de-DE"/>
          </a:p>
        </p:txBody>
      </p:sp>
    </p:spTree>
    <p:extLst>
      <p:ext uri="{BB962C8B-B14F-4D97-AF65-F5344CB8AC3E}">
        <p14:creationId xmlns:p14="http://schemas.microsoft.com/office/powerpoint/2010/main" val="22618676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B664044-293A-4AB6-9274-2BC9C070E930}" type="slidenum">
              <a:rPr lang="de-CH" smtClean="0"/>
              <a:pPr eaLnBrk="1" hangingPunct="1"/>
              <a:t>5</a:t>
            </a:fld>
            <a:endParaRPr lang="de-CH"/>
          </a:p>
        </p:txBody>
      </p:sp>
      <p:sp>
        <p:nvSpPr>
          <p:cNvPr id="26627" name="Rectangle 2"/>
          <p:cNvSpPr>
            <a:spLocks noGrp="1" noRot="1" noChangeAspect="1" noChangeArrowheads="1" noTextEdit="1"/>
          </p:cNvSpPr>
          <p:nvPr>
            <p:ph type="sldImg"/>
          </p:nvPr>
        </p:nvSpPr>
        <p:spPr>
          <a:xfrm>
            <a:off x="90488" y="744538"/>
            <a:ext cx="6616700" cy="3722687"/>
          </a:xfrm>
          <a:ln/>
        </p:spPr>
      </p:sp>
      <p:sp>
        <p:nvSpPr>
          <p:cNvPr id="26628" name="Rectangle 3"/>
          <p:cNvSpPr>
            <a:spLocks noGrp="1" noChangeArrowheads="1"/>
          </p:cNvSpPr>
          <p:nvPr>
            <p:ph type="body" idx="1"/>
          </p:nvPr>
        </p:nvSpPr>
        <p:spPr>
          <a:noFill/>
        </p:spPr>
        <p:txBody>
          <a:bodyPr/>
          <a:lstStyle/>
          <a:p>
            <a:pPr algn="l"/>
            <a:r>
              <a:rPr lang="de-DE" b="0" i="0">
                <a:solidFill>
                  <a:srgbClr val="666666"/>
                </a:solidFill>
                <a:effectLst/>
                <a:latin typeface="Metropolis"/>
              </a:rPr>
              <a:t>Andreas Grütter, Die Mobiliar</a:t>
            </a:r>
          </a:p>
          <a:p>
            <a:pPr algn="l"/>
            <a:r>
              <a:rPr lang="de-DE" b="0" i="0">
                <a:solidFill>
                  <a:srgbClr val="666666"/>
                </a:solidFill>
                <a:effectLst/>
                <a:latin typeface="Metropolis"/>
              </a:rPr>
              <a:t>Arbeitet seit 2013 bei der Mobiliar und hat die IT Architektur inklusive der notwendigen Prozesse und Praktiken für die digitale Transformation Mobiliar neu aufgebaut. Zusammen mit seinem Team hat er diese auf die strategischen Geschäftsziele ausgerichtet und in der Organisation etabliert. Zuvor arbeitete er u.a. als IT Architekt, Projektleiter und Software Engineer bei RTC, HP und der Bank Julius Bär. Sein Spezialgebiet ist die IT Modernisierung, damit die digitale Transformation gemeistert werden kann. Andreas Grütter hat an der Fachhochschule Nordwestschweiz Informatik studiert und besitzt einen EMBA in Innovation Management der Berner Fachhochschule.</a:t>
            </a:r>
          </a:p>
          <a:p>
            <a:pPr marL="0" indent="0" algn="l" eaLnBrk="1" hangingPunct="1">
              <a:spcAft>
                <a:spcPct val="100000"/>
              </a:spcAft>
            </a:pPr>
            <a:endParaRPr lang="de-CH" sz="1200" b="0">
              <a:solidFill>
                <a:schemeClr val="tx1"/>
              </a:solidFill>
            </a:endParaRPr>
          </a:p>
          <a:p>
            <a:pPr marL="0" indent="0" algn="l" eaLnBrk="1" hangingPunct="1">
              <a:spcAft>
                <a:spcPct val="100000"/>
              </a:spcAft>
            </a:pPr>
            <a:r>
              <a:rPr lang="de-DE" b="0" i="0">
                <a:solidFill>
                  <a:srgbClr val="666666"/>
                </a:solidFill>
                <a:effectLst/>
                <a:latin typeface="Metropolis"/>
              </a:rPr>
              <a:t>Digitalisierung, Cloud, AI, Microservices, Agile etc. all diese Themen prägen unseren Alltag bei der Modernisierung des Versicherungsgeschäfts und der dafür notwendigen IT Lösungen. Was aber geschieht mit den Systemen, mit denen heute immer noch ein </a:t>
            </a:r>
            <a:r>
              <a:rPr lang="de-DE" b="0" i="0" err="1">
                <a:solidFill>
                  <a:srgbClr val="666666"/>
                </a:solidFill>
                <a:effectLst/>
                <a:latin typeface="Metropolis"/>
              </a:rPr>
              <a:t>Grossteil</a:t>
            </a:r>
            <a:r>
              <a:rPr lang="de-DE" b="0" i="0">
                <a:solidFill>
                  <a:srgbClr val="666666"/>
                </a:solidFill>
                <a:effectLst/>
                <a:latin typeface="Metropolis"/>
              </a:rPr>
              <a:t> des Geldes verdient wird und auf Technologien wie Smalltalk, Cobol oder Siebel basieren? Hierfür gibt es unterschiedliche Strategien und </a:t>
            </a:r>
            <a:r>
              <a:rPr lang="de-DE" b="0" i="0" err="1">
                <a:solidFill>
                  <a:srgbClr val="666666"/>
                </a:solidFill>
                <a:effectLst/>
                <a:latin typeface="Metropolis"/>
              </a:rPr>
              <a:t>Massnahmen</a:t>
            </a:r>
            <a:r>
              <a:rPr lang="de-DE" b="0" i="0">
                <a:solidFill>
                  <a:srgbClr val="666666"/>
                </a:solidFill>
                <a:effectLst/>
                <a:latin typeface="Metropolis"/>
              </a:rPr>
              <a:t>, deren konkrete Anwendung in der Mobiliar in diesem Vortrag aufgezeigt werden.</a:t>
            </a:r>
            <a:endParaRPr lang="de-CH" sz="1200" b="0">
              <a:solidFill>
                <a:schemeClr val="tx1"/>
              </a:solidFill>
            </a:endParaRPr>
          </a:p>
        </p:txBody>
      </p:sp>
    </p:spTree>
    <p:extLst>
      <p:ext uri="{BB962C8B-B14F-4D97-AF65-F5344CB8AC3E}">
        <p14:creationId xmlns:p14="http://schemas.microsoft.com/office/powerpoint/2010/main" val="3550911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CH"/>
          </a:p>
        </p:txBody>
      </p:sp>
      <p:sp>
        <p:nvSpPr>
          <p:cNvPr id="4" name="Foliennummernplatzhalter 3"/>
          <p:cNvSpPr>
            <a:spLocks noGrp="1"/>
          </p:cNvSpPr>
          <p:nvPr>
            <p:ph type="sldNum" sz="quarter" idx="5"/>
          </p:nvPr>
        </p:nvSpPr>
        <p:spPr/>
        <p:txBody>
          <a:bodyPr/>
          <a:lstStyle/>
          <a:p>
            <a:pPr>
              <a:defRPr/>
            </a:pPr>
            <a:fld id="{239AEE10-BC3B-4292-9A97-C81DCA61057E}" type="slidenum">
              <a:rPr lang="de-CH" smtClean="0"/>
              <a:pPr>
                <a:defRPr/>
              </a:pPr>
              <a:t>6</a:t>
            </a:fld>
            <a:endParaRPr lang="de-CH"/>
          </a:p>
        </p:txBody>
      </p:sp>
    </p:spTree>
    <p:extLst>
      <p:ext uri="{BB962C8B-B14F-4D97-AF65-F5344CB8AC3E}">
        <p14:creationId xmlns:p14="http://schemas.microsoft.com/office/powerpoint/2010/main" val="1302707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EFAE56EA-1499-4977-9C9E-F01B731419E5}" type="slidenum">
              <a:rPr lang="de-CH" smtClean="0"/>
              <a:pPr eaLnBrk="1" hangingPunct="1"/>
              <a:t>7</a:t>
            </a:fld>
            <a:endParaRPr lang="de-CH"/>
          </a:p>
        </p:txBody>
      </p:sp>
      <p:sp>
        <p:nvSpPr>
          <p:cNvPr id="27651" name="Rectangle 2"/>
          <p:cNvSpPr>
            <a:spLocks noGrp="1" noRot="1" noChangeAspect="1" noChangeArrowheads="1" noTextEdit="1"/>
          </p:cNvSpPr>
          <p:nvPr>
            <p:ph type="sldImg"/>
          </p:nvPr>
        </p:nvSpPr>
        <p:spPr>
          <a:xfrm>
            <a:off x="90488" y="744538"/>
            <a:ext cx="6616700" cy="3722687"/>
          </a:xfrm>
          <a:ln/>
        </p:spPr>
      </p:sp>
      <p:sp>
        <p:nvSpPr>
          <p:cNvPr id="27652" name="Rectangle 3"/>
          <p:cNvSpPr>
            <a:spLocks noGrp="1" noChangeArrowheads="1"/>
          </p:cNvSpPr>
          <p:nvPr>
            <p:ph type="body" idx="1"/>
          </p:nvPr>
        </p:nvSpPr>
        <p:spPr>
          <a:noFill/>
        </p:spPr>
        <p:txBody>
          <a:bodyPr/>
          <a:lstStyle/>
          <a:p>
            <a:pPr eaLnBrk="1" hangingPunct="1"/>
            <a:endParaRPr lang="de-DE"/>
          </a:p>
        </p:txBody>
      </p:sp>
    </p:spTree>
    <p:extLst>
      <p:ext uri="{BB962C8B-B14F-4D97-AF65-F5344CB8AC3E}">
        <p14:creationId xmlns:p14="http://schemas.microsoft.com/office/powerpoint/2010/main" val="368548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6542D28-86A3-4ACC-A777-B561ACDE994E}" type="slidenum">
              <a:rPr lang="de-CH" smtClean="0"/>
              <a:pPr eaLnBrk="1" hangingPunct="1"/>
              <a:t>8</a:t>
            </a:fld>
            <a:endParaRPr lang="de-CH"/>
          </a:p>
        </p:txBody>
      </p:sp>
      <p:sp>
        <p:nvSpPr>
          <p:cNvPr id="28675" name="Rectangle 2"/>
          <p:cNvSpPr>
            <a:spLocks noGrp="1" noRot="1" noChangeAspect="1" noChangeArrowheads="1" noTextEdit="1"/>
          </p:cNvSpPr>
          <p:nvPr>
            <p:ph type="sldImg"/>
          </p:nvPr>
        </p:nvSpPr>
        <p:spPr>
          <a:xfrm>
            <a:off x="90488" y="744538"/>
            <a:ext cx="6616700" cy="3722687"/>
          </a:xfrm>
          <a:ln/>
        </p:spPr>
      </p:sp>
      <p:sp>
        <p:nvSpPr>
          <p:cNvPr id="28676" name="Rectangle 3"/>
          <p:cNvSpPr>
            <a:spLocks noGrp="1" noChangeArrowheads="1"/>
          </p:cNvSpPr>
          <p:nvPr>
            <p:ph type="body" idx="1"/>
          </p:nvPr>
        </p:nvSpPr>
        <p:spPr>
          <a:noFill/>
        </p:spPr>
        <p:txBody>
          <a:bodyPr/>
          <a:lstStyle/>
          <a:p>
            <a:pPr eaLnBrk="1" hangingPunct="1"/>
            <a:endParaRPr lang="de-DE" dirty="0"/>
          </a:p>
        </p:txBody>
      </p:sp>
    </p:spTree>
    <p:extLst>
      <p:ext uri="{BB962C8B-B14F-4D97-AF65-F5344CB8AC3E}">
        <p14:creationId xmlns:p14="http://schemas.microsoft.com/office/powerpoint/2010/main" val="1346954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CH"/>
          </a:p>
        </p:txBody>
      </p:sp>
      <p:sp>
        <p:nvSpPr>
          <p:cNvPr id="4" name="Foliennummernplatzhalter 3"/>
          <p:cNvSpPr>
            <a:spLocks noGrp="1"/>
          </p:cNvSpPr>
          <p:nvPr>
            <p:ph type="sldNum" sz="quarter" idx="5"/>
          </p:nvPr>
        </p:nvSpPr>
        <p:spPr/>
        <p:txBody>
          <a:bodyPr/>
          <a:lstStyle/>
          <a:p>
            <a:pPr>
              <a:defRPr/>
            </a:pPr>
            <a:fld id="{239AEE10-BC3B-4292-9A97-C81DCA61057E}" type="slidenum">
              <a:rPr lang="de-CH" smtClean="0"/>
              <a:pPr>
                <a:defRPr/>
              </a:pPr>
              <a:t>9</a:t>
            </a:fld>
            <a:endParaRPr lang="de-CH"/>
          </a:p>
        </p:txBody>
      </p:sp>
    </p:spTree>
    <p:extLst>
      <p:ext uri="{BB962C8B-B14F-4D97-AF65-F5344CB8AC3E}">
        <p14:creationId xmlns:p14="http://schemas.microsoft.com/office/powerpoint/2010/main" val="140538112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g"/><Relationship Id="rId7" Type="http://schemas.openxmlformats.org/officeDocument/2006/relationships/image" Target="../media/image6.jp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5.jpg"/><Relationship Id="rId5" Type="http://schemas.openxmlformats.org/officeDocument/2006/relationships/image" Target="../media/image4.jpg"/><Relationship Id="rId10" Type="http://schemas.openxmlformats.org/officeDocument/2006/relationships/image" Target="../media/image9.png"/><Relationship Id="rId4" Type="http://schemas.openxmlformats.org/officeDocument/2006/relationships/image" Target="../media/image3.jpg"/><Relationship Id="rId9" Type="http://schemas.openxmlformats.org/officeDocument/2006/relationships/image" Target="../media/image8.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7171" name="Rectangle 3"/>
          <p:cNvSpPr>
            <a:spLocks noGrp="1" noChangeArrowheads="1"/>
          </p:cNvSpPr>
          <p:nvPr>
            <p:ph type="subTitle" idx="1" hasCustomPrompt="1"/>
          </p:nvPr>
        </p:nvSpPr>
        <p:spPr>
          <a:xfrm>
            <a:off x="1102785" y="4428490"/>
            <a:ext cx="9984316" cy="2169605"/>
          </a:xfrm>
        </p:spPr>
        <p:txBody>
          <a:bodyPr/>
          <a:lstStyle>
            <a:lvl1pPr marL="0" indent="0" algn="ctr">
              <a:buFont typeface="Wingdings" pitchFamily="2" charset="2"/>
              <a:buNone/>
              <a:defRPr sz="4400" b="1">
                <a:solidFill>
                  <a:schemeClr val="bg1"/>
                </a:solidFill>
              </a:defRPr>
            </a:lvl1pPr>
          </a:lstStyle>
          <a:p>
            <a:pPr lvl="0"/>
            <a:r>
              <a:rPr lang="de-CH" noProof="0" dirty="0"/>
              <a:t>Erstes</a:t>
            </a:r>
          </a:p>
          <a:p>
            <a:pPr lvl="0"/>
            <a:r>
              <a:rPr lang="de-CH" noProof="0" dirty="0"/>
              <a:t>Berner Architekten Treffen</a:t>
            </a:r>
          </a:p>
          <a:p>
            <a:pPr lvl="0"/>
            <a:endParaRPr lang="de-CH" noProof="0" dirty="0"/>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78154" y="764704"/>
            <a:ext cx="8233575" cy="3484945"/>
          </a:xfrm>
          <a:prstGeom prst="rect">
            <a:avLst/>
          </a:prstGeom>
        </p:spPr>
      </p:pic>
      <p:pic>
        <p:nvPicPr>
          <p:cNvPr id="3" name="Grafik 2">
            <a:extLst>
              <a:ext uri="{FF2B5EF4-FFF2-40B4-BE49-F238E27FC236}">
                <a16:creationId xmlns:a16="http://schemas.microsoft.com/office/drawing/2014/main" id="{1C15D040-A3E1-8A54-23C4-282DB2A659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3352" y="370082"/>
            <a:ext cx="1078905" cy="431562"/>
          </a:xfrm>
          <a:prstGeom prst="rect">
            <a:avLst/>
          </a:prstGeom>
        </p:spPr>
      </p:pic>
      <p:pic>
        <p:nvPicPr>
          <p:cNvPr id="4" name="Grafik 3">
            <a:extLst>
              <a:ext uri="{FF2B5EF4-FFF2-40B4-BE49-F238E27FC236}">
                <a16:creationId xmlns:a16="http://schemas.microsoft.com/office/drawing/2014/main" id="{3AC120E8-E80F-76CE-2913-58CE312B3E1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503712" y="325619"/>
            <a:ext cx="893771" cy="505908"/>
          </a:xfrm>
          <a:prstGeom prst="rect">
            <a:avLst/>
          </a:prstGeom>
        </p:spPr>
      </p:pic>
      <p:pic>
        <p:nvPicPr>
          <p:cNvPr id="5" name="Grafik 4">
            <a:extLst>
              <a:ext uri="{FF2B5EF4-FFF2-40B4-BE49-F238E27FC236}">
                <a16:creationId xmlns:a16="http://schemas.microsoft.com/office/drawing/2014/main" id="{36E97C25-3A94-EB70-9BAB-879364383C1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600548" y="359440"/>
            <a:ext cx="1423444" cy="393320"/>
          </a:xfrm>
          <a:prstGeom prst="rect">
            <a:avLst/>
          </a:prstGeom>
        </p:spPr>
      </p:pic>
      <p:pic>
        <p:nvPicPr>
          <p:cNvPr id="6" name="Grafik 5">
            <a:extLst>
              <a:ext uri="{FF2B5EF4-FFF2-40B4-BE49-F238E27FC236}">
                <a16:creationId xmlns:a16="http://schemas.microsoft.com/office/drawing/2014/main" id="{B7D5860A-F742-086B-47CF-8484AC90B287}"/>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6294749" y="468186"/>
            <a:ext cx="1663606" cy="175828"/>
          </a:xfrm>
          <a:prstGeom prst="rect">
            <a:avLst/>
          </a:prstGeom>
        </p:spPr>
      </p:pic>
      <p:pic>
        <p:nvPicPr>
          <p:cNvPr id="7" name="Grafik 6">
            <a:extLst>
              <a:ext uri="{FF2B5EF4-FFF2-40B4-BE49-F238E27FC236}">
                <a16:creationId xmlns:a16="http://schemas.microsoft.com/office/drawing/2014/main" id="{F703F57D-9F03-0DED-071F-6B9ABE3D8D4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165032" y="396674"/>
            <a:ext cx="1219200" cy="381000"/>
          </a:xfrm>
          <a:prstGeom prst="rect">
            <a:avLst/>
          </a:prstGeom>
        </p:spPr>
      </p:pic>
      <p:pic>
        <p:nvPicPr>
          <p:cNvPr id="8" name="Picture 2">
            <a:extLst>
              <a:ext uri="{FF2B5EF4-FFF2-40B4-BE49-F238E27FC236}">
                <a16:creationId xmlns:a16="http://schemas.microsoft.com/office/drawing/2014/main" id="{EDC6C630-60BD-720E-D573-791C3D88A275}"/>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426832" y="411938"/>
            <a:ext cx="1996605" cy="34816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175-Jahr-Jubiläum - Die Post bekommt ein neues Logo - News - SRF">
            <a:extLst>
              <a:ext uri="{FF2B5EF4-FFF2-40B4-BE49-F238E27FC236}">
                <a16:creationId xmlns:a16="http://schemas.microsoft.com/office/drawing/2014/main" id="{495C63F9-09DE-2447-0440-37C087B5F160}"/>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533596" y="332345"/>
            <a:ext cx="651750" cy="490174"/>
          </a:xfrm>
          <a:prstGeom prst="rect">
            <a:avLst/>
          </a:prstGeom>
          <a:noFill/>
          <a:extLst>
            <a:ext uri="{909E8E84-426E-40DD-AFC4-6F175D3DCCD1}">
              <a14:hiddenFill xmlns:a14="http://schemas.microsoft.com/office/drawing/2010/main">
                <a:solidFill>
                  <a:srgbClr val="FFFFFF"/>
                </a:solidFill>
              </a14:hiddenFill>
            </a:ext>
          </a:extLst>
        </p:spPr>
      </p:pic>
      <p:pic>
        <p:nvPicPr>
          <p:cNvPr id="10" name="Grafik 9">
            <a:extLst>
              <a:ext uri="{FF2B5EF4-FFF2-40B4-BE49-F238E27FC236}">
                <a16:creationId xmlns:a16="http://schemas.microsoft.com/office/drawing/2014/main" id="{EE103199-E395-BAFE-4FEA-718623494690}"/>
              </a:ext>
            </a:extLst>
          </p:cNvPr>
          <p:cNvPicPr>
            <a:picLocks noChangeAspect="1"/>
          </p:cNvPicPr>
          <p:nvPr userDrawn="1"/>
        </p:nvPicPr>
        <p:blipFill>
          <a:blip r:embed="rId10"/>
          <a:stretch>
            <a:fillRect/>
          </a:stretch>
        </p:blipFill>
        <p:spPr>
          <a:xfrm>
            <a:off x="10304880" y="269498"/>
            <a:ext cx="1551760" cy="579228"/>
          </a:xfrm>
          <a:prstGeom prst="rect">
            <a:avLst/>
          </a:prstGeom>
        </p:spPr>
      </p:pic>
    </p:spTree>
    <p:extLst>
      <p:ext uri="{BB962C8B-B14F-4D97-AF65-F5344CB8AC3E}">
        <p14:creationId xmlns:p14="http://schemas.microsoft.com/office/powerpoint/2010/main" val="312605306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5ACAAE-E6B1-4B82-A0A5-F23E03245B1E}"/>
              </a:ext>
            </a:extLst>
          </p:cNvPr>
          <p:cNvSpPr>
            <a:spLocks noGrp="1"/>
          </p:cNvSpPr>
          <p:nvPr>
            <p:ph type="title"/>
          </p:nvPr>
        </p:nvSpPr>
        <p:spPr/>
        <p:txBody>
          <a:bodyPr/>
          <a:lstStyle/>
          <a:p>
            <a:r>
              <a:rPr lang="de-DE"/>
              <a:t>Mastertitelformat bearbeiten</a:t>
            </a:r>
            <a:endParaRPr lang="de-CH"/>
          </a:p>
        </p:txBody>
      </p:sp>
      <p:sp>
        <p:nvSpPr>
          <p:cNvPr id="6" name="Rectangle 3">
            <a:extLst>
              <a:ext uri="{FF2B5EF4-FFF2-40B4-BE49-F238E27FC236}">
                <a16:creationId xmlns:a16="http://schemas.microsoft.com/office/drawing/2014/main" id="{61BBE22D-31D5-434F-89AD-1A7E96EC88C8}"/>
              </a:ext>
            </a:extLst>
          </p:cNvPr>
          <p:cNvSpPr>
            <a:spLocks noGrp="1" noChangeArrowheads="1"/>
          </p:cNvSpPr>
          <p:nvPr>
            <p:ph idx="1"/>
          </p:nvPr>
        </p:nvSpPr>
        <p:spPr bwMode="auto">
          <a:xfrm>
            <a:off x="2256365" y="1773239"/>
            <a:ext cx="9326035" cy="435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buClr>
                <a:srgbClr val="2D8ACD"/>
              </a:buClr>
              <a:defRPr/>
            </a:lvl1pPr>
            <a:lvl2pPr>
              <a:buClr>
                <a:srgbClr val="2D8ACD"/>
              </a:buClr>
              <a:defRPr/>
            </a:lvl2pPr>
            <a:lvl3pPr>
              <a:buClr>
                <a:srgbClr val="2D8ACD"/>
              </a:buClr>
              <a:defRPr/>
            </a:lvl3pPr>
            <a:lvl4pPr>
              <a:buClr>
                <a:srgbClr val="2D8ACD"/>
              </a:buClr>
              <a:defRPr/>
            </a:lvl4pPr>
            <a:lvl5pPr>
              <a:buClr>
                <a:srgbClr val="2D8ACD"/>
              </a:buClr>
              <a:defRPr/>
            </a:lvl5pPr>
          </a:lstStyle>
          <a:p>
            <a:pPr lvl="0"/>
            <a:r>
              <a:rPr lang="de-CH" dirty="0"/>
              <a:t>Erste Ebene</a:t>
            </a:r>
          </a:p>
          <a:p>
            <a:pPr lvl="1"/>
            <a:r>
              <a:rPr lang="de-CH" dirty="0"/>
              <a:t>Zweite Ebene</a:t>
            </a:r>
          </a:p>
          <a:p>
            <a:pPr lvl="2"/>
            <a:r>
              <a:rPr lang="de-CH" dirty="0"/>
              <a:t>Dritte Ebene</a:t>
            </a:r>
          </a:p>
          <a:p>
            <a:pPr lvl="3"/>
            <a:r>
              <a:rPr lang="de-CH" dirty="0"/>
              <a:t>Vierte Ebene</a:t>
            </a:r>
          </a:p>
          <a:p>
            <a:pPr lvl="4"/>
            <a:r>
              <a:rPr lang="de-CH" dirty="0"/>
              <a:t>Fünfte Ebene</a:t>
            </a:r>
          </a:p>
        </p:txBody>
      </p:sp>
      <p:sp>
        <p:nvSpPr>
          <p:cNvPr id="10" name="Datumsplatzhalter 9">
            <a:extLst>
              <a:ext uri="{FF2B5EF4-FFF2-40B4-BE49-F238E27FC236}">
                <a16:creationId xmlns:a16="http://schemas.microsoft.com/office/drawing/2014/main" id="{4FEA92BC-139D-9F4B-8CB7-8EC1045BF2E4}"/>
              </a:ext>
            </a:extLst>
          </p:cNvPr>
          <p:cNvSpPr>
            <a:spLocks noGrp="1"/>
          </p:cNvSpPr>
          <p:nvPr>
            <p:ph type="dt" sz="half" idx="10"/>
          </p:nvPr>
        </p:nvSpPr>
        <p:spPr/>
        <p:txBody>
          <a:bodyPr/>
          <a:lstStyle>
            <a:lvl1pPr>
              <a:defRPr/>
            </a:lvl1pPr>
          </a:lstStyle>
          <a:p>
            <a:pPr>
              <a:defRPr/>
            </a:pPr>
            <a:r>
              <a:rPr lang="de-CH"/>
              <a:t>10. November 2023</a:t>
            </a:r>
            <a:endParaRPr lang="de-CH" dirty="0"/>
          </a:p>
        </p:txBody>
      </p:sp>
      <p:sp>
        <p:nvSpPr>
          <p:cNvPr id="11" name="Fußzeilenplatzhalter 10">
            <a:extLst>
              <a:ext uri="{FF2B5EF4-FFF2-40B4-BE49-F238E27FC236}">
                <a16:creationId xmlns:a16="http://schemas.microsoft.com/office/drawing/2014/main" id="{ACDBC01B-78D2-5140-986A-9FC04C0F905B}"/>
              </a:ext>
            </a:extLst>
          </p:cNvPr>
          <p:cNvSpPr>
            <a:spLocks noGrp="1"/>
          </p:cNvSpPr>
          <p:nvPr>
            <p:ph type="ftr" sz="quarter" idx="11"/>
          </p:nvPr>
        </p:nvSpPr>
        <p:spPr/>
        <p:txBody>
          <a:bodyPr/>
          <a:lstStyle/>
          <a:p>
            <a:pPr>
              <a:defRPr/>
            </a:pPr>
            <a:r>
              <a:rPr lang="en-US"/>
              <a:t>#BATbern51 – Serverless?!</a:t>
            </a:r>
            <a:endParaRPr lang="de-CH" dirty="0"/>
          </a:p>
        </p:txBody>
      </p:sp>
      <p:sp>
        <p:nvSpPr>
          <p:cNvPr id="12" name="Foliennummernplatzhalter 11">
            <a:extLst>
              <a:ext uri="{FF2B5EF4-FFF2-40B4-BE49-F238E27FC236}">
                <a16:creationId xmlns:a16="http://schemas.microsoft.com/office/drawing/2014/main" id="{881130F0-FE37-C245-BD42-E8EF57AB977D}"/>
              </a:ext>
            </a:extLst>
          </p:cNvPr>
          <p:cNvSpPr>
            <a:spLocks noGrp="1"/>
          </p:cNvSpPr>
          <p:nvPr>
            <p:ph type="sldNum" sz="quarter" idx="12"/>
          </p:nvPr>
        </p:nvSpPr>
        <p:spPr/>
        <p:txBody>
          <a:bodyPr/>
          <a:lstStyle/>
          <a:p>
            <a:pPr>
              <a:defRPr/>
            </a:pPr>
            <a:fld id="{AAAA3BA9-F66F-43DB-B00E-581016824CDC}" type="slidenum">
              <a:rPr lang="de-CH" smtClean="0"/>
              <a:pPr>
                <a:defRPr/>
              </a:pPr>
              <a:t>‹Nr.›</a:t>
            </a:fld>
            <a:endParaRPr lang="de-CH"/>
          </a:p>
        </p:txBody>
      </p:sp>
    </p:spTree>
    <p:extLst>
      <p:ext uri="{BB962C8B-B14F-4D97-AF65-F5344CB8AC3E}">
        <p14:creationId xmlns:p14="http://schemas.microsoft.com/office/powerpoint/2010/main" val="236268636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Benutzerdefiniertes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707946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4.jpg"/><Relationship Id="rId13" Type="http://schemas.openxmlformats.org/officeDocument/2006/relationships/image" Target="../media/image9.png"/><Relationship Id="rId3" Type="http://schemas.openxmlformats.org/officeDocument/2006/relationships/slideLayout" Target="../slideLayouts/slideLayout3.xml"/><Relationship Id="rId7" Type="http://schemas.openxmlformats.org/officeDocument/2006/relationships/image" Target="../media/image3.jpg"/><Relationship Id="rId12"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11" Type="http://schemas.openxmlformats.org/officeDocument/2006/relationships/image" Target="../media/image7.jpeg"/><Relationship Id="rId5" Type="http://schemas.openxmlformats.org/officeDocument/2006/relationships/image" Target="../media/image1.png"/><Relationship Id="rId10" Type="http://schemas.openxmlformats.org/officeDocument/2006/relationships/image" Target="../media/image6.jpg"/><Relationship Id="rId4" Type="http://schemas.openxmlformats.org/officeDocument/2006/relationships/theme" Target="../theme/theme1.xml"/><Relationship Id="rId9" Type="http://schemas.openxmlformats.org/officeDocument/2006/relationships/image" Target="../media/image5.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256367" y="908051"/>
            <a:ext cx="9326034" cy="79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de-CH" dirty="0"/>
              <a:t>Titel</a:t>
            </a:r>
          </a:p>
        </p:txBody>
      </p:sp>
      <p:sp>
        <p:nvSpPr>
          <p:cNvPr id="1027" name="Rectangle 3"/>
          <p:cNvSpPr>
            <a:spLocks noGrp="1" noChangeArrowheads="1"/>
          </p:cNvSpPr>
          <p:nvPr>
            <p:ph type="body" idx="1"/>
          </p:nvPr>
        </p:nvSpPr>
        <p:spPr bwMode="auto">
          <a:xfrm>
            <a:off x="2256365" y="1773239"/>
            <a:ext cx="9326035" cy="435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CH" dirty="0"/>
              <a:t>Erste Ebene</a:t>
            </a:r>
          </a:p>
          <a:p>
            <a:pPr lvl="1"/>
            <a:r>
              <a:rPr lang="de-CH" dirty="0"/>
              <a:t>Zweite Ebene</a:t>
            </a:r>
          </a:p>
          <a:p>
            <a:pPr lvl="2"/>
            <a:r>
              <a:rPr lang="de-CH" dirty="0"/>
              <a:t>Dritte Ebene</a:t>
            </a:r>
          </a:p>
          <a:p>
            <a:pPr lvl="3"/>
            <a:r>
              <a:rPr lang="de-CH" dirty="0"/>
              <a:t>Vierte Ebene</a:t>
            </a:r>
          </a:p>
          <a:p>
            <a:pPr lvl="4"/>
            <a:r>
              <a:rPr lang="de-CH" dirty="0"/>
              <a:t>Fünfte </a:t>
            </a:r>
            <a:r>
              <a:rPr lang="de-CH" dirty="0" err="1"/>
              <a:t>Ebenec</a:t>
            </a:r>
            <a:endParaRPr lang="de-CH" dirty="0"/>
          </a:p>
        </p:txBody>
      </p:sp>
      <p:sp>
        <p:nvSpPr>
          <p:cNvPr id="1028" name="Rectangle 4"/>
          <p:cNvSpPr>
            <a:spLocks noGrp="1" noChangeArrowheads="1"/>
          </p:cNvSpPr>
          <p:nvPr>
            <p:ph type="dt" sz="half" idx="2"/>
          </p:nvPr>
        </p:nvSpPr>
        <p:spPr bwMode="auto">
          <a:xfrm>
            <a:off x="2256367" y="6329363"/>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sz="1200" smtClean="0">
                <a:latin typeface="+mn-lt"/>
                <a:cs typeface="+mn-cs"/>
              </a:defRPr>
            </a:lvl1pPr>
          </a:lstStyle>
          <a:p>
            <a:pPr>
              <a:defRPr/>
            </a:pPr>
            <a:r>
              <a:rPr lang="de-CH"/>
              <a:t>10. November 2023</a:t>
            </a:r>
            <a:endParaRPr lang="de-CH" dirty="0"/>
          </a:p>
        </p:txBody>
      </p:sp>
      <p:sp>
        <p:nvSpPr>
          <p:cNvPr id="1029" name="Rectangle 5"/>
          <p:cNvSpPr>
            <a:spLocks noGrp="1" noChangeArrowheads="1"/>
          </p:cNvSpPr>
          <p:nvPr>
            <p:ph type="ftr" sz="quarter" idx="3"/>
          </p:nvPr>
        </p:nvSpPr>
        <p:spPr bwMode="auto">
          <a:xfrm>
            <a:off x="5232400" y="6329363"/>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a:defRPr sz="1200" smtClean="0">
                <a:latin typeface="+mn-lt"/>
                <a:cs typeface="+mn-cs"/>
              </a:defRPr>
            </a:lvl1pPr>
          </a:lstStyle>
          <a:p>
            <a:pPr>
              <a:defRPr/>
            </a:pPr>
            <a:r>
              <a:rPr lang="en-US"/>
              <a:t>#BATbern51 – Serverless?!</a:t>
            </a:r>
            <a:endParaRPr lang="de-CH" dirty="0"/>
          </a:p>
        </p:txBody>
      </p:sp>
      <p:sp>
        <p:nvSpPr>
          <p:cNvPr id="1030" name="Rectangle 6"/>
          <p:cNvSpPr>
            <a:spLocks noGrp="1" noChangeArrowheads="1"/>
          </p:cNvSpPr>
          <p:nvPr>
            <p:ph type="sldNum" sz="quarter" idx="4"/>
          </p:nvPr>
        </p:nvSpPr>
        <p:spPr bwMode="auto">
          <a:xfrm>
            <a:off x="9264651" y="6337300"/>
            <a:ext cx="231774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r">
              <a:defRPr sz="1200" smtClean="0">
                <a:latin typeface="+mn-lt"/>
                <a:cs typeface="+mn-cs"/>
              </a:defRPr>
            </a:lvl1pPr>
          </a:lstStyle>
          <a:p>
            <a:pPr>
              <a:defRPr/>
            </a:pPr>
            <a:fld id="{AAAA3BA9-F66F-43DB-B00E-581016824CDC}" type="slidenum">
              <a:rPr lang="de-CH"/>
              <a:pPr>
                <a:defRPr/>
              </a:pPr>
              <a:t>‹Nr.›</a:t>
            </a:fld>
            <a:endParaRPr lang="de-CH"/>
          </a:p>
        </p:txBody>
      </p:sp>
      <p:sp>
        <p:nvSpPr>
          <p:cNvPr id="2" name="Rectangle 1"/>
          <p:cNvSpPr/>
          <p:nvPr userDrawn="1"/>
        </p:nvSpPr>
        <p:spPr>
          <a:xfrm>
            <a:off x="0" y="0"/>
            <a:ext cx="1727328" cy="6858000"/>
          </a:xfrm>
          <a:prstGeom prst="rect">
            <a:avLst/>
          </a:prstGeom>
          <a:solidFill>
            <a:srgbClr val="080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3" name="Picture 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6899" y="-171400"/>
            <a:ext cx="1471959" cy="1471959"/>
          </a:xfrm>
          <a:prstGeom prst="rect">
            <a:avLst/>
          </a:prstGeom>
        </p:spPr>
      </p:pic>
      <p:pic>
        <p:nvPicPr>
          <p:cNvPr id="6" name="Grafik 5">
            <a:extLst>
              <a:ext uri="{FF2B5EF4-FFF2-40B4-BE49-F238E27FC236}">
                <a16:creationId xmlns:a16="http://schemas.microsoft.com/office/drawing/2014/main" id="{DD1A0C40-396D-3F45-1A83-10E67C2F00CB}"/>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14801" y="1420338"/>
            <a:ext cx="1078905" cy="431562"/>
          </a:xfrm>
          <a:prstGeom prst="rect">
            <a:avLst/>
          </a:prstGeom>
        </p:spPr>
      </p:pic>
      <p:pic>
        <p:nvPicPr>
          <p:cNvPr id="7" name="Grafik 6">
            <a:extLst>
              <a:ext uri="{FF2B5EF4-FFF2-40B4-BE49-F238E27FC236}">
                <a16:creationId xmlns:a16="http://schemas.microsoft.com/office/drawing/2014/main" id="{98E6C554-C8B3-9358-E65F-7881C02ED4B7}"/>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07368" y="2016436"/>
            <a:ext cx="893771" cy="505908"/>
          </a:xfrm>
          <a:prstGeom prst="rect">
            <a:avLst/>
          </a:prstGeom>
        </p:spPr>
      </p:pic>
      <p:pic>
        <p:nvPicPr>
          <p:cNvPr id="8" name="Grafik 7">
            <a:extLst>
              <a:ext uri="{FF2B5EF4-FFF2-40B4-BE49-F238E27FC236}">
                <a16:creationId xmlns:a16="http://schemas.microsoft.com/office/drawing/2014/main" id="{EC39A5D1-50CA-AF2D-D9C6-C675032C8EE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42531" y="2686880"/>
            <a:ext cx="1423444" cy="393320"/>
          </a:xfrm>
          <a:prstGeom prst="rect">
            <a:avLst/>
          </a:prstGeom>
        </p:spPr>
      </p:pic>
      <p:pic>
        <p:nvPicPr>
          <p:cNvPr id="9" name="Grafik 8">
            <a:extLst>
              <a:ext uri="{FF2B5EF4-FFF2-40B4-BE49-F238E27FC236}">
                <a16:creationId xmlns:a16="http://schemas.microsoft.com/office/drawing/2014/main" id="{869CFDE5-24A9-6C4F-BFE4-A9D8C8AD295F}"/>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2450" y="3244736"/>
            <a:ext cx="1663606" cy="175828"/>
          </a:xfrm>
          <a:prstGeom prst="rect">
            <a:avLst/>
          </a:prstGeom>
        </p:spPr>
      </p:pic>
      <p:pic>
        <p:nvPicPr>
          <p:cNvPr id="10" name="Grafik 9">
            <a:extLst>
              <a:ext uri="{FF2B5EF4-FFF2-40B4-BE49-F238E27FC236}">
                <a16:creationId xmlns:a16="http://schemas.microsoft.com/office/drawing/2014/main" id="{022B32E6-98B0-EFF8-08F5-CF9CA0F03324}"/>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244653" y="3585100"/>
            <a:ext cx="1219200" cy="381000"/>
          </a:xfrm>
          <a:prstGeom prst="rect">
            <a:avLst/>
          </a:prstGeom>
        </p:spPr>
      </p:pic>
      <p:pic>
        <p:nvPicPr>
          <p:cNvPr id="11" name="Picture 2">
            <a:extLst>
              <a:ext uri="{FF2B5EF4-FFF2-40B4-BE49-F238E27FC236}">
                <a16:creationId xmlns:a16="http://schemas.microsoft.com/office/drawing/2014/main" id="{D91B31F8-5D3C-B82E-9B04-766608E9071A}"/>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47329" y="5529110"/>
            <a:ext cx="1800200" cy="31391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175-Jahr-Jubiläum - Die Post bekommt ein neues Logo - News - SRF">
            <a:extLst>
              <a:ext uri="{FF2B5EF4-FFF2-40B4-BE49-F238E27FC236}">
                <a16:creationId xmlns:a16="http://schemas.microsoft.com/office/drawing/2014/main" id="{45B82C6E-07C6-E28B-B80C-CF8851580A02}"/>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528378" y="4130636"/>
            <a:ext cx="651750" cy="490174"/>
          </a:xfrm>
          <a:prstGeom prst="rect">
            <a:avLst/>
          </a:prstGeom>
          <a:noFill/>
          <a:extLst>
            <a:ext uri="{909E8E84-426E-40DD-AFC4-6F175D3DCCD1}">
              <a14:hiddenFill xmlns:a14="http://schemas.microsoft.com/office/drawing/2010/main">
                <a:solidFill>
                  <a:srgbClr val="FFFFFF"/>
                </a:solidFill>
              </a14:hiddenFill>
            </a:ext>
          </a:extLst>
        </p:spPr>
      </p:pic>
      <p:pic>
        <p:nvPicPr>
          <p:cNvPr id="13" name="Grafik 12">
            <a:extLst>
              <a:ext uri="{FF2B5EF4-FFF2-40B4-BE49-F238E27FC236}">
                <a16:creationId xmlns:a16="http://schemas.microsoft.com/office/drawing/2014/main" id="{8490ECEB-8D11-5431-BE51-DB163D8058C1}"/>
              </a:ext>
            </a:extLst>
          </p:cNvPr>
          <p:cNvPicPr>
            <a:picLocks noChangeAspect="1"/>
          </p:cNvPicPr>
          <p:nvPr userDrawn="1"/>
        </p:nvPicPr>
        <p:blipFill>
          <a:blip r:embed="rId13"/>
          <a:stretch>
            <a:fillRect/>
          </a:stretch>
        </p:blipFill>
        <p:spPr>
          <a:xfrm>
            <a:off x="78373" y="4785346"/>
            <a:ext cx="1551760" cy="579228"/>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6" r:id="rId2"/>
    <p:sldLayoutId id="2147483687" r:id="rId3"/>
  </p:sldLayoutIdLst>
  <p:transition>
    <p:fade/>
  </p:transition>
  <p:hf hdr="0"/>
  <p:txStyles>
    <p:titleStyle>
      <a:lvl1pPr algn="l" rtl="0" eaLnBrk="0" fontAlgn="base" hangingPunct="0">
        <a:spcBef>
          <a:spcPct val="0"/>
        </a:spcBef>
        <a:spcAft>
          <a:spcPct val="0"/>
        </a:spcAft>
        <a:defRPr sz="4000" b="1">
          <a:solidFill>
            <a:schemeClr val="tx2"/>
          </a:solidFill>
          <a:latin typeface="+mj-lt"/>
          <a:ea typeface="+mj-ea"/>
          <a:cs typeface="+mj-cs"/>
        </a:defRPr>
      </a:lvl1pPr>
      <a:lvl2pPr algn="l" rtl="0" eaLnBrk="0" fontAlgn="base" hangingPunct="0">
        <a:spcBef>
          <a:spcPct val="0"/>
        </a:spcBef>
        <a:spcAft>
          <a:spcPct val="0"/>
        </a:spcAft>
        <a:defRPr sz="4000" b="1">
          <a:solidFill>
            <a:schemeClr val="tx2"/>
          </a:solidFill>
          <a:latin typeface="Trebuchet MS" pitchFamily="34" charset="0"/>
        </a:defRPr>
      </a:lvl2pPr>
      <a:lvl3pPr algn="l" rtl="0" eaLnBrk="0" fontAlgn="base" hangingPunct="0">
        <a:spcBef>
          <a:spcPct val="0"/>
        </a:spcBef>
        <a:spcAft>
          <a:spcPct val="0"/>
        </a:spcAft>
        <a:defRPr sz="4000" b="1">
          <a:solidFill>
            <a:schemeClr val="tx2"/>
          </a:solidFill>
          <a:latin typeface="Trebuchet MS" pitchFamily="34" charset="0"/>
        </a:defRPr>
      </a:lvl3pPr>
      <a:lvl4pPr algn="l" rtl="0" eaLnBrk="0" fontAlgn="base" hangingPunct="0">
        <a:spcBef>
          <a:spcPct val="0"/>
        </a:spcBef>
        <a:spcAft>
          <a:spcPct val="0"/>
        </a:spcAft>
        <a:defRPr sz="4000" b="1">
          <a:solidFill>
            <a:schemeClr val="tx2"/>
          </a:solidFill>
          <a:latin typeface="Trebuchet MS" pitchFamily="34" charset="0"/>
        </a:defRPr>
      </a:lvl4pPr>
      <a:lvl5pPr algn="l" rtl="0" eaLnBrk="0" fontAlgn="base" hangingPunct="0">
        <a:spcBef>
          <a:spcPct val="0"/>
        </a:spcBef>
        <a:spcAft>
          <a:spcPct val="0"/>
        </a:spcAft>
        <a:defRPr sz="4000" b="1">
          <a:solidFill>
            <a:schemeClr val="tx2"/>
          </a:solidFill>
          <a:latin typeface="Trebuchet MS" pitchFamily="34" charset="0"/>
        </a:defRPr>
      </a:lvl5pPr>
      <a:lvl6pPr marL="457200" algn="l" rtl="0" fontAlgn="base">
        <a:spcBef>
          <a:spcPct val="0"/>
        </a:spcBef>
        <a:spcAft>
          <a:spcPct val="0"/>
        </a:spcAft>
        <a:defRPr sz="4000" b="1">
          <a:solidFill>
            <a:schemeClr val="tx2"/>
          </a:solidFill>
          <a:latin typeface="Trebuchet MS" pitchFamily="34" charset="0"/>
        </a:defRPr>
      </a:lvl6pPr>
      <a:lvl7pPr marL="914400" algn="l" rtl="0" fontAlgn="base">
        <a:spcBef>
          <a:spcPct val="0"/>
        </a:spcBef>
        <a:spcAft>
          <a:spcPct val="0"/>
        </a:spcAft>
        <a:defRPr sz="4000" b="1">
          <a:solidFill>
            <a:schemeClr val="tx2"/>
          </a:solidFill>
          <a:latin typeface="Trebuchet MS" pitchFamily="34" charset="0"/>
        </a:defRPr>
      </a:lvl7pPr>
      <a:lvl8pPr marL="1371600" algn="l" rtl="0" fontAlgn="base">
        <a:spcBef>
          <a:spcPct val="0"/>
        </a:spcBef>
        <a:spcAft>
          <a:spcPct val="0"/>
        </a:spcAft>
        <a:defRPr sz="4000" b="1">
          <a:solidFill>
            <a:schemeClr val="tx2"/>
          </a:solidFill>
          <a:latin typeface="Trebuchet MS" pitchFamily="34" charset="0"/>
        </a:defRPr>
      </a:lvl8pPr>
      <a:lvl9pPr marL="1828800" algn="l" rtl="0" fontAlgn="base">
        <a:spcBef>
          <a:spcPct val="0"/>
        </a:spcBef>
        <a:spcAft>
          <a:spcPct val="0"/>
        </a:spcAft>
        <a:defRPr sz="4000" b="1">
          <a:solidFill>
            <a:schemeClr val="tx2"/>
          </a:solidFill>
          <a:latin typeface="Trebuchet MS" pitchFamily="34" charset="0"/>
        </a:defRPr>
      </a:lvl9pPr>
    </p:titleStyle>
    <p:bodyStyle>
      <a:lvl1pPr marL="342900" indent="-342900" algn="l" rtl="0" eaLnBrk="0" fontAlgn="base" hangingPunct="0">
        <a:spcBef>
          <a:spcPct val="20000"/>
        </a:spcBef>
        <a:spcAft>
          <a:spcPct val="0"/>
        </a:spcAft>
        <a:buClr>
          <a:srgbClr val="2D8ACD"/>
        </a:buClr>
        <a:buSzPct val="120000"/>
        <a:buFont typeface="Wingdings" pitchFamily="2" charset="2"/>
        <a:buChar char="w"/>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2D8ACD"/>
        </a:buClr>
        <a:buFont typeface="Wingdings"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rgbClr val="2D8ACD"/>
        </a:buClr>
        <a:buChar char="•"/>
        <a:defRPr sz="2400">
          <a:solidFill>
            <a:schemeClr val="tx1"/>
          </a:solidFill>
          <a:latin typeface="+mn-lt"/>
        </a:defRPr>
      </a:lvl3pPr>
      <a:lvl4pPr marL="1600200" indent="-228600" algn="l" rtl="0" eaLnBrk="0" fontAlgn="base" hangingPunct="0">
        <a:spcBef>
          <a:spcPct val="20000"/>
        </a:spcBef>
        <a:spcAft>
          <a:spcPct val="0"/>
        </a:spcAft>
        <a:buClr>
          <a:srgbClr val="2D8ACD"/>
        </a:buClr>
        <a:buChar char="–"/>
        <a:defRPr sz="2000">
          <a:solidFill>
            <a:schemeClr val="tx1"/>
          </a:solidFill>
          <a:latin typeface="+mn-lt"/>
        </a:defRPr>
      </a:lvl4pPr>
      <a:lvl5pPr marL="2057400" indent="-228600" algn="l" rtl="0" eaLnBrk="0" fontAlgn="base" hangingPunct="0">
        <a:spcBef>
          <a:spcPct val="20000"/>
        </a:spcBef>
        <a:spcAft>
          <a:spcPct val="0"/>
        </a:spcAft>
        <a:buClr>
          <a:srgbClr val="2D8ACD"/>
        </a:buClr>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slideshare.net/batbern/presentation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www.berner-architekten-treffen.ch/"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mailto:meetup-group-BATbern-list@meetup.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82939" y="4264341"/>
            <a:ext cx="9822285" cy="2123658"/>
          </a:xfrm>
          <a:prstGeom prst="rect">
            <a:avLst/>
          </a:prstGeom>
        </p:spPr>
        <p:txBody>
          <a:bodyPr wrap="square" lIns="91440" tIns="45720" rIns="91440" bIns="45720" anchor="t">
            <a:spAutoFit/>
          </a:bodyPr>
          <a:lstStyle/>
          <a:p>
            <a:pPr algn="ctr">
              <a:spcBef>
                <a:spcPct val="20000"/>
              </a:spcBef>
              <a:buClr>
                <a:srgbClr val="3333CC"/>
              </a:buClr>
              <a:buSzPct val="120000"/>
            </a:pPr>
            <a:r>
              <a:rPr lang="de-CH" sz="6000" b="1" dirty="0">
                <a:solidFill>
                  <a:srgbClr val="2D8ACD"/>
                </a:solidFill>
                <a:latin typeface="Arial"/>
                <a:cs typeface="Arial"/>
              </a:rPr>
              <a:t>#BATbern51</a:t>
            </a:r>
            <a:endParaRPr lang="en-US" sz="6000" b="1" dirty="0">
              <a:solidFill>
                <a:srgbClr val="2D8ACD"/>
              </a:solidFill>
              <a:latin typeface="Trebuchet MS"/>
              <a:cs typeface="+mn-ea"/>
            </a:endParaRPr>
          </a:p>
          <a:p>
            <a:pPr algn="ctr">
              <a:spcBef>
                <a:spcPct val="20000"/>
              </a:spcBef>
            </a:pPr>
            <a:r>
              <a:rPr lang="de-CH" sz="6000" b="1" dirty="0" err="1">
                <a:solidFill>
                  <a:srgbClr val="2D8ACD"/>
                </a:solidFill>
                <a:latin typeface="Arial"/>
                <a:cs typeface="Arial"/>
              </a:rPr>
              <a:t>Serverless</a:t>
            </a:r>
            <a:r>
              <a:rPr lang="de-CH" sz="6000" b="1" dirty="0">
                <a:solidFill>
                  <a:srgbClr val="2D8ACD"/>
                </a:solidFill>
                <a:latin typeface="Arial"/>
                <a:cs typeface="Arial"/>
              </a:rPr>
              <a:t> ?!</a:t>
            </a:r>
            <a:endParaRPr lang="de-CH" sz="6000" b="1" dirty="0">
              <a:solidFill>
                <a:srgbClr val="2D8ACD"/>
              </a:solidFill>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de-CH" dirty="0" err="1"/>
              <a:t>BATbern</a:t>
            </a:r>
            <a:endParaRPr lang="de-CH" dirty="0"/>
          </a:p>
        </p:txBody>
      </p:sp>
      <p:sp>
        <p:nvSpPr>
          <p:cNvPr id="14339" name="Rectangle 3"/>
          <p:cNvSpPr>
            <a:spLocks noGrp="1" noChangeArrowheads="1"/>
          </p:cNvSpPr>
          <p:nvPr>
            <p:ph idx="1"/>
          </p:nvPr>
        </p:nvSpPr>
        <p:spPr/>
        <p:txBody>
          <a:bodyPr/>
          <a:lstStyle/>
          <a:p>
            <a:r>
              <a:rPr lang="de-CH" dirty="0"/>
              <a:t>Plattform zum Technologie Austausch zwischen IT-Experten</a:t>
            </a:r>
          </a:p>
          <a:p>
            <a:r>
              <a:rPr lang="de-CH" dirty="0"/>
              <a:t>Präsentationen aus der Praxis von Berner Firmen (mit Gastreferaten)</a:t>
            </a:r>
          </a:p>
          <a:p>
            <a:r>
              <a:rPr lang="de-CH" dirty="0"/>
              <a:t>Feedback und Diskussionen</a:t>
            </a:r>
          </a:p>
          <a:p>
            <a:r>
              <a:rPr lang="de-CH" dirty="0"/>
              <a:t>Apéro / Mittagessen und Networking</a:t>
            </a:r>
          </a:p>
          <a:p>
            <a:endParaRPr lang="de-CH" dirty="0"/>
          </a:p>
          <a:p>
            <a:r>
              <a:rPr lang="de-CH" dirty="0"/>
              <a:t>Unterstützung durch </a:t>
            </a:r>
            <a:r>
              <a:rPr lang="de-CH" b="1" dirty="0"/>
              <a:t>8</a:t>
            </a:r>
            <a:r>
              <a:rPr lang="de-CH" dirty="0"/>
              <a:t> Partnerfirmen</a:t>
            </a:r>
          </a:p>
        </p:txBody>
      </p:sp>
      <p:sp>
        <p:nvSpPr>
          <p:cNvPr id="2" name="Datumsplatzhalter 1"/>
          <p:cNvSpPr>
            <a:spLocks noGrp="1"/>
          </p:cNvSpPr>
          <p:nvPr>
            <p:ph type="dt" sz="half" idx="10"/>
          </p:nvPr>
        </p:nvSpPr>
        <p:spPr/>
        <p:txBody>
          <a:bodyPr/>
          <a:lstStyle/>
          <a:p>
            <a:r>
              <a:rPr lang="de-CH"/>
              <a:t>10. November 2023</a:t>
            </a:r>
            <a:endParaRPr lang="de-CH" dirty="0"/>
          </a:p>
        </p:txBody>
      </p:sp>
      <p:sp>
        <p:nvSpPr>
          <p:cNvPr id="3" name="Fußzeilenplatzhalter 2"/>
          <p:cNvSpPr>
            <a:spLocks noGrp="1"/>
          </p:cNvSpPr>
          <p:nvPr>
            <p:ph type="ftr" sz="quarter" idx="11"/>
          </p:nvPr>
        </p:nvSpPr>
        <p:spPr/>
        <p:txBody>
          <a:bodyPr/>
          <a:lstStyle/>
          <a:p>
            <a:r>
              <a:rPr lang="en-US"/>
              <a:t>#BATbern51 – Serverless?!</a:t>
            </a:r>
            <a:endParaRPr lang="de-CH" dirty="0"/>
          </a:p>
        </p:txBody>
      </p:sp>
      <p:sp>
        <p:nvSpPr>
          <p:cNvPr id="5" name="Foliennummernplatzhalter 4"/>
          <p:cNvSpPr>
            <a:spLocks noGrp="1"/>
          </p:cNvSpPr>
          <p:nvPr>
            <p:ph type="sldNum" sz="quarter" idx="12"/>
          </p:nvPr>
        </p:nvSpPr>
        <p:spPr/>
        <p:txBody>
          <a:bodyPr/>
          <a:lstStyle/>
          <a:p>
            <a:fld id="{AAAA3BA9-F66F-43DB-B00E-581016824CDC}" type="slidenum">
              <a:rPr lang="de-CH" smtClean="0"/>
              <a:pPr/>
              <a:t>2</a:t>
            </a:fld>
            <a:endParaRPr lang="de-CH"/>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5"/>
          <p:cNvSpPr>
            <a:spLocks noGrp="1" noChangeArrowheads="1"/>
          </p:cNvSpPr>
          <p:nvPr>
            <p:ph type="title"/>
          </p:nvPr>
        </p:nvSpPr>
        <p:spPr/>
        <p:txBody>
          <a:bodyPr/>
          <a:lstStyle/>
          <a:p>
            <a:pPr eaLnBrk="1" hangingPunct="1"/>
            <a:r>
              <a:rPr lang="de-CH" sz="3600"/>
              <a:t>Verein Berner-Architekten-Treffen</a:t>
            </a:r>
          </a:p>
        </p:txBody>
      </p:sp>
      <p:sp>
        <p:nvSpPr>
          <p:cNvPr id="14" name="Rectangle 10"/>
          <p:cNvSpPr>
            <a:spLocks noChangeArrowheads="1"/>
          </p:cNvSpPr>
          <p:nvPr/>
        </p:nvSpPr>
        <p:spPr bwMode="auto">
          <a:xfrm>
            <a:off x="4295452" y="2492897"/>
            <a:ext cx="2160588" cy="10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lstStyle/>
          <a:p>
            <a:pPr>
              <a:spcAft>
                <a:spcPct val="50000"/>
              </a:spcAft>
              <a:buClr>
                <a:srgbClr val="F24486"/>
              </a:buClr>
              <a:buSzPct val="120000"/>
              <a:buFont typeface="Wingdings" pitchFamily="2" charset="2"/>
              <a:buNone/>
            </a:pPr>
            <a:endParaRPr lang="de-CH" sz="1200" dirty="0">
              <a:latin typeface="Trebuchet MS" pitchFamily="34" charset="0"/>
            </a:endParaRPr>
          </a:p>
          <a:p>
            <a:pPr>
              <a:spcAft>
                <a:spcPct val="50000"/>
              </a:spcAft>
              <a:buClr>
                <a:srgbClr val="F24486"/>
              </a:buClr>
              <a:buSzPct val="120000"/>
              <a:buFont typeface="Wingdings" pitchFamily="2" charset="2"/>
              <a:buNone/>
            </a:pPr>
            <a:r>
              <a:rPr lang="de-CH" sz="1400" dirty="0">
                <a:latin typeface="Trebuchet MS" pitchFamily="34" charset="0"/>
              </a:rPr>
              <a:t>Dr. Nissim J. Buchs</a:t>
            </a:r>
            <a:br>
              <a:rPr lang="de-CH" sz="1400" dirty="0">
                <a:latin typeface="Trebuchet MS" pitchFamily="34" charset="0"/>
              </a:rPr>
            </a:br>
            <a:br>
              <a:rPr lang="de-CH" sz="1400" dirty="0">
                <a:latin typeface="Trebuchet MS" pitchFamily="34" charset="0"/>
              </a:rPr>
            </a:br>
            <a:r>
              <a:rPr lang="de-CH" sz="1200" dirty="0">
                <a:latin typeface="Trebuchet MS" pitchFamily="34" charset="0"/>
              </a:rPr>
              <a:t>ELCA</a:t>
            </a:r>
            <a:br>
              <a:rPr lang="de-CH" sz="1200" dirty="0">
                <a:latin typeface="Trebuchet MS" pitchFamily="34" charset="0"/>
              </a:rPr>
            </a:br>
            <a:r>
              <a:rPr lang="de-CH" sz="1200" dirty="0">
                <a:latin typeface="Trebuchet MS" pitchFamily="34" charset="0"/>
              </a:rPr>
              <a:t>nissim.buchs@elca.ch</a:t>
            </a:r>
          </a:p>
        </p:txBody>
      </p:sp>
      <p:sp>
        <p:nvSpPr>
          <p:cNvPr id="16" name="Rectangle 11"/>
          <p:cNvSpPr>
            <a:spLocks noChangeArrowheads="1"/>
          </p:cNvSpPr>
          <p:nvPr/>
        </p:nvSpPr>
        <p:spPr bwMode="auto">
          <a:xfrm>
            <a:off x="4295453" y="3790912"/>
            <a:ext cx="2155825"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spcAft>
                <a:spcPct val="50000"/>
              </a:spcAft>
              <a:buClr>
                <a:srgbClr val="F24486"/>
              </a:buClr>
              <a:buSzPct val="120000"/>
              <a:buFont typeface="Wingdings" pitchFamily="2" charset="2"/>
              <a:buNone/>
            </a:pPr>
            <a:endParaRPr lang="de-CH" sz="1200" dirty="0">
              <a:latin typeface="Trebuchet MS" pitchFamily="34" charset="0"/>
            </a:endParaRPr>
          </a:p>
          <a:p>
            <a:pPr>
              <a:spcAft>
                <a:spcPct val="50000"/>
              </a:spcAft>
              <a:buClr>
                <a:srgbClr val="F24486"/>
              </a:buClr>
              <a:buSzPct val="120000"/>
              <a:buFont typeface="Wingdings" pitchFamily="2" charset="2"/>
              <a:buNone/>
            </a:pPr>
            <a:r>
              <a:rPr lang="de-CH" sz="1400" dirty="0">
                <a:latin typeface="Trebuchet MS" pitchFamily="34" charset="0"/>
              </a:rPr>
              <a:t>Andreas Grütter</a:t>
            </a:r>
            <a:br>
              <a:rPr lang="de-CH" sz="1400" dirty="0">
                <a:latin typeface="Trebuchet MS" pitchFamily="34" charset="0"/>
              </a:rPr>
            </a:br>
            <a:br>
              <a:rPr lang="de-CH" sz="1400" dirty="0">
                <a:latin typeface="Trebuchet MS" pitchFamily="34" charset="0"/>
              </a:rPr>
            </a:br>
            <a:r>
              <a:rPr lang="de-CH" sz="1200" dirty="0">
                <a:latin typeface="Trebuchet MS" pitchFamily="34" charset="0"/>
              </a:rPr>
              <a:t>die Mobiliar</a:t>
            </a:r>
            <a:br>
              <a:rPr lang="de-CH" sz="1200" dirty="0">
                <a:latin typeface="Trebuchet MS" pitchFamily="34" charset="0"/>
              </a:rPr>
            </a:br>
            <a:r>
              <a:rPr lang="de-CH" sz="1200" dirty="0">
                <a:latin typeface="Trebuchet MS" pitchFamily="34" charset="0"/>
              </a:rPr>
              <a:t>andreas.gruetter@mobiliar.ch</a:t>
            </a:r>
          </a:p>
        </p:txBody>
      </p:sp>
      <p:sp>
        <p:nvSpPr>
          <p:cNvPr id="18" name="Rectangle 12"/>
          <p:cNvSpPr>
            <a:spLocks noChangeArrowheads="1"/>
          </p:cNvSpPr>
          <p:nvPr/>
        </p:nvSpPr>
        <p:spPr bwMode="auto">
          <a:xfrm>
            <a:off x="8329488" y="2493070"/>
            <a:ext cx="21590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spcAft>
                <a:spcPct val="50000"/>
              </a:spcAft>
              <a:buClr>
                <a:srgbClr val="F24486"/>
              </a:buClr>
              <a:buSzPct val="120000"/>
              <a:buFont typeface="Wingdings" pitchFamily="2" charset="2"/>
              <a:buNone/>
            </a:pPr>
            <a:endParaRPr lang="de-CH" sz="1200" dirty="0">
              <a:latin typeface="Trebuchet MS" pitchFamily="34" charset="0"/>
            </a:endParaRPr>
          </a:p>
          <a:p>
            <a:pPr>
              <a:spcAft>
                <a:spcPct val="50000"/>
              </a:spcAft>
              <a:buClr>
                <a:srgbClr val="F24486"/>
              </a:buClr>
              <a:buSzPct val="120000"/>
              <a:buFont typeface="Wingdings" pitchFamily="2" charset="2"/>
              <a:buNone/>
            </a:pPr>
            <a:r>
              <a:rPr lang="de-CH" sz="1400" dirty="0" err="1">
                <a:latin typeface="Trebuchet MS" pitchFamily="34" charset="0"/>
              </a:rPr>
              <a:t>Baltisar</a:t>
            </a:r>
            <a:r>
              <a:rPr lang="de-CH" sz="1400" dirty="0">
                <a:latin typeface="Trebuchet MS" pitchFamily="34" charset="0"/>
              </a:rPr>
              <a:t> Oswald</a:t>
            </a:r>
            <a:br>
              <a:rPr lang="de-CH" sz="1400" dirty="0">
                <a:latin typeface="Trebuchet MS" pitchFamily="34" charset="0"/>
              </a:rPr>
            </a:br>
            <a:br>
              <a:rPr lang="de-CH" sz="1400" dirty="0">
                <a:latin typeface="Trebuchet MS" pitchFamily="34" charset="0"/>
              </a:rPr>
            </a:br>
            <a:r>
              <a:rPr lang="de-CH" sz="1200" dirty="0">
                <a:latin typeface="Trebuchet MS" pitchFamily="34" charset="0"/>
              </a:rPr>
              <a:t>SBB Informatik</a:t>
            </a:r>
            <a:br>
              <a:rPr lang="de-CH" sz="1200" dirty="0">
                <a:latin typeface="Trebuchet MS" pitchFamily="34" charset="0"/>
              </a:rPr>
            </a:br>
            <a:r>
              <a:rPr lang="de-CH" sz="1200" dirty="0">
                <a:latin typeface="Trebuchet MS" pitchFamily="34" charset="0"/>
              </a:rPr>
              <a:t>baltisar.oswald@sbb.ch</a:t>
            </a:r>
          </a:p>
        </p:txBody>
      </p:sp>
      <p:sp>
        <p:nvSpPr>
          <p:cNvPr id="19" name="Rectangle 11"/>
          <p:cNvSpPr>
            <a:spLocks noChangeArrowheads="1"/>
          </p:cNvSpPr>
          <p:nvPr/>
        </p:nvSpPr>
        <p:spPr bwMode="auto">
          <a:xfrm>
            <a:off x="8329489" y="3789412"/>
            <a:ext cx="2155825"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spcAft>
                <a:spcPct val="50000"/>
              </a:spcAft>
              <a:buClr>
                <a:srgbClr val="F24486"/>
              </a:buClr>
              <a:buSzPct val="120000"/>
              <a:buFont typeface="Wingdings" pitchFamily="2" charset="2"/>
              <a:buNone/>
            </a:pPr>
            <a:endParaRPr lang="de-CH" sz="1200" dirty="0">
              <a:latin typeface="Trebuchet MS" pitchFamily="34" charset="0"/>
            </a:endParaRPr>
          </a:p>
          <a:p>
            <a:pPr>
              <a:spcAft>
                <a:spcPct val="50000"/>
              </a:spcAft>
              <a:buClr>
                <a:srgbClr val="F24486"/>
              </a:buClr>
              <a:buSzPct val="120000"/>
              <a:buFont typeface="Wingdings" pitchFamily="2" charset="2"/>
              <a:buNone/>
            </a:pPr>
            <a:r>
              <a:rPr lang="de-CH" sz="1400" dirty="0">
                <a:latin typeface="Trebuchet MS" pitchFamily="34" charset="0"/>
              </a:rPr>
              <a:t>Daniel Kühni</a:t>
            </a:r>
            <a:br>
              <a:rPr lang="de-CH" sz="1400" dirty="0">
                <a:latin typeface="Trebuchet MS" pitchFamily="34" charset="0"/>
              </a:rPr>
            </a:br>
            <a:br>
              <a:rPr lang="de-CH" sz="1400" dirty="0">
                <a:latin typeface="Trebuchet MS" pitchFamily="34" charset="0"/>
              </a:rPr>
            </a:br>
            <a:r>
              <a:rPr lang="de-CH" sz="1200" dirty="0" err="1">
                <a:latin typeface="Trebuchet MS" pitchFamily="34" charset="0"/>
              </a:rPr>
              <a:t>avega</a:t>
            </a:r>
            <a:r>
              <a:rPr lang="de-CH" sz="1200" dirty="0">
                <a:latin typeface="Trebuchet MS" pitchFamily="34" charset="0"/>
              </a:rPr>
              <a:t> IT</a:t>
            </a:r>
            <a:br>
              <a:rPr lang="de-CH" sz="1200" dirty="0">
                <a:latin typeface="Trebuchet MS" pitchFamily="34" charset="0"/>
              </a:rPr>
            </a:br>
            <a:r>
              <a:rPr lang="de-CH" sz="1200" dirty="0">
                <a:latin typeface="Trebuchet MS" pitchFamily="34" charset="0"/>
              </a:rPr>
              <a:t>daniel.kuehni@avega.ch</a:t>
            </a:r>
          </a:p>
        </p:txBody>
      </p:sp>
      <p:pic>
        <p:nvPicPr>
          <p:cNvPr id="6" name="Grafik 5" descr="Ein Bild, das Person, draußen, Mann, stehend enthält.&#10;&#10;Mit sehr hoher Zuverlässigkeit generierte Beschreibung">
            <a:extLst>
              <a:ext uri="{FF2B5EF4-FFF2-40B4-BE49-F238E27FC236}">
                <a16:creationId xmlns:a16="http://schemas.microsoft.com/office/drawing/2014/main" id="{785CB5EB-AB0B-41E6-9039-99D2E753B8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81248" y="2757117"/>
            <a:ext cx="743891" cy="743891"/>
          </a:xfrm>
          <a:prstGeom prst="rect">
            <a:avLst/>
          </a:prstGeom>
        </p:spPr>
      </p:pic>
      <p:pic>
        <p:nvPicPr>
          <p:cNvPr id="3" name="Grafik 2">
            <a:extLst>
              <a:ext uri="{FF2B5EF4-FFF2-40B4-BE49-F238E27FC236}">
                <a16:creationId xmlns:a16="http://schemas.microsoft.com/office/drawing/2014/main" id="{07854FD9-0A75-4DA6-A5F6-4203BC8E17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81248" y="3827534"/>
            <a:ext cx="822814" cy="1025353"/>
          </a:xfrm>
          <a:prstGeom prst="rect">
            <a:avLst/>
          </a:prstGeom>
        </p:spPr>
      </p:pic>
      <p:pic>
        <p:nvPicPr>
          <p:cNvPr id="2" name="Picture 1"/>
          <p:cNvPicPr>
            <a:picLocks noChangeAspect="1"/>
          </p:cNvPicPr>
          <p:nvPr/>
        </p:nvPicPr>
        <p:blipFill rotWithShape="1">
          <a:blip r:embed="rId5" cstate="print">
            <a:extLst>
              <a:ext uri="{28A0092B-C50C-407E-A947-70E740481C1C}">
                <a14:useLocalDpi xmlns:a14="http://schemas.microsoft.com/office/drawing/2010/main" val="0"/>
              </a:ext>
            </a:extLst>
          </a:blip>
          <a:srcRect l="17566" r="13739"/>
          <a:stretch/>
        </p:blipFill>
        <p:spPr>
          <a:xfrm>
            <a:off x="3359695" y="3754186"/>
            <a:ext cx="720081" cy="1098701"/>
          </a:xfrm>
          <a:prstGeom prst="rect">
            <a:avLst/>
          </a:prstGeom>
        </p:spPr>
      </p:pic>
      <p:sp>
        <p:nvSpPr>
          <p:cNvPr id="5" name="Fußzeilenplatzhalter 4"/>
          <p:cNvSpPr>
            <a:spLocks noGrp="1"/>
          </p:cNvSpPr>
          <p:nvPr>
            <p:ph type="ftr" sz="quarter" idx="11"/>
          </p:nvPr>
        </p:nvSpPr>
        <p:spPr>
          <a:xfrm>
            <a:off x="5232400" y="6329363"/>
            <a:ext cx="3860800" cy="476250"/>
          </a:xfrm>
        </p:spPr>
        <p:txBody>
          <a:bodyPr/>
          <a:lstStyle/>
          <a:p>
            <a:r>
              <a:rPr lang="en-US"/>
              <a:t>#BATbern51 – Serverless?!</a:t>
            </a:r>
            <a:endParaRPr lang="de-CH" dirty="0"/>
          </a:p>
        </p:txBody>
      </p:sp>
      <p:sp>
        <p:nvSpPr>
          <p:cNvPr id="7" name="Foliennummernplatzhalter 6"/>
          <p:cNvSpPr>
            <a:spLocks noGrp="1"/>
          </p:cNvSpPr>
          <p:nvPr>
            <p:ph type="sldNum" sz="quarter" idx="12"/>
          </p:nvPr>
        </p:nvSpPr>
        <p:spPr>
          <a:xfrm>
            <a:off x="9264651" y="6337300"/>
            <a:ext cx="2317749" cy="476250"/>
          </a:xfrm>
        </p:spPr>
        <p:txBody>
          <a:bodyPr/>
          <a:lstStyle/>
          <a:p>
            <a:pPr>
              <a:defRPr/>
            </a:pPr>
            <a:fld id="{AAAA3BA9-F66F-43DB-B00E-581016824CDC}" type="slidenum">
              <a:rPr lang="de-CH" smtClean="0"/>
              <a:pPr>
                <a:defRPr/>
              </a:pPr>
              <a:t>3</a:t>
            </a:fld>
            <a:endParaRPr lang="de-CH"/>
          </a:p>
        </p:txBody>
      </p:sp>
      <p:pic>
        <p:nvPicPr>
          <p:cNvPr id="10" name="Grafik 9">
            <a:extLst>
              <a:ext uri="{FF2B5EF4-FFF2-40B4-BE49-F238E27FC236}">
                <a16:creationId xmlns:a16="http://schemas.microsoft.com/office/drawing/2014/main" id="{B6676CA1-7439-704C-9266-4A26F3E0A1B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a:off x="3359695" y="2757117"/>
            <a:ext cx="796925" cy="796925"/>
          </a:xfrm>
          <a:prstGeom prst="rect">
            <a:avLst/>
          </a:prstGeom>
        </p:spPr>
      </p:pic>
      <p:sp>
        <p:nvSpPr>
          <p:cNvPr id="15" name="Datumsplatzhalter 1">
            <a:extLst>
              <a:ext uri="{FF2B5EF4-FFF2-40B4-BE49-F238E27FC236}">
                <a16:creationId xmlns:a16="http://schemas.microsoft.com/office/drawing/2014/main" id="{9A9DA2D6-617E-4B44-AF25-6BFDD70DFCB7}"/>
              </a:ext>
            </a:extLst>
          </p:cNvPr>
          <p:cNvSpPr>
            <a:spLocks noGrp="1"/>
          </p:cNvSpPr>
          <p:nvPr>
            <p:ph type="dt" sz="half" idx="10"/>
          </p:nvPr>
        </p:nvSpPr>
        <p:spPr>
          <a:xfrm>
            <a:off x="2256367" y="6329363"/>
            <a:ext cx="2844800" cy="476250"/>
          </a:xfrm>
        </p:spPr>
        <p:txBody>
          <a:bodyPr/>
          <a:lstStyle/>
          <a:p>
            <a:r>
              <a:rPr lang="de-CH"/>
              <a:t>10. November 2023</a:t>
            </a:r>
            <a:endParaRPr lang="de-CH"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4C8419-10B7-4A5C-6E75-9DB8D46190BB}"/>
              </a:ext>
            </a:extLst>
          </p:cNvPr>
          <p:cNvSpPr>
            <a:spLocks noGrp="1"/>
          </p:cNvSpPr>
          <p:nvPr>
            <p:ph type="title"/>
          </p:nvPr>
        </p:nvSpPr>
        <p:spPr/>
        <p:txBody>
          <a:bodyPr/>
          <a:lstStyle/>
          <a:p>
            <a:r>
              <a:rPr lang="de-DE" dirty="0" err="1"/>
              <a:t>Serverless</a:t>
            </a:r>
            <a:r>
              <a:rPr lang="de-DE" dirty="0"/>
              <a:t> ?!</a:t>
            </a:r>
          </a:p>
        </p:txBody>
      </p:sp>
      <p:sp>
        <p:nvSpPr>
          <p:cNvPr id="3" name="Inhaltsplatzhalter 2">
            <a:extLst>
              <a:ext uri="{FF2B5EF4-FFF2-40B4-BE49-F238E27FC236}">
                <a16:creationId xmlns:a16="http://schemas.microsoft.com/office/drawing/2014/main" id="{551653DB-9EF9-9795-A7C4-67661AC2281C}"/>
              </a:ext>
            </a:extLst>
          </p:cNvPr>
          <p:cNvSpPr>
            <a:spLocks noGrp="1"/>
          </p:cNvSpPr>
          <p:nvPr>
            <p:ph idx="1"/>
          </p:nvPr>
        </p:nvSpPr>
        <p:spPr>
          <a:xfrm>
            <a:off x="2256365" y="1556793"/>
            <a:ext cx="9326035" cy="4569372"/>
          </a:xfrm>
        </p:spPr>
        <p:txBody>
          <a:bodyPr/>
          <a:lstStyle/>
          <a:p>
            <a:pPr marL="0" indent="0">
              <a:buNone/>
            </a:pPr>
            <a:endParaRPr lang="de-DE" sz="2800" b="1"/>
          </a:p>
          <a:p>
            <a:pPr marL="0" indent="0">
              <a:buNone/>
            </a:pPr>
            <a:r>
              <a:rPr lang="de-DE" sz="2800" b="1"/>
              <a:t>Was</a:t>
            </a:r>
            <a:endParaRPr lang="de-DE" sz="2800" b="1" dirty="0"/>
          </a:p>
          <a:p>
            <a:pPr marL="0" indent="0">
              <a:buNone/>
            </a:pPr>
            <a:r>
              <a:rPr lang="de-DE" sz="2800" dirty="0" err="1"/>
              <a:t>build</a:t>
            </a:r>
            <a:r>
              <a:rPr lang="de-DE" sz="2800" dirty="0"/>
              <a:t>, deploy &amp; </a:t>
            </a:r>
            <a:r>
              <a:rPr lang="de-DE" sz="2800" dirty="0" err="1"/>
              <a:t>run</a:t>
            </a:r>
            <a:r>
              <a:rPr lang="de-DE" sz="2800" dirty="0"/>
              <a:t> </a:t>
            </a:r>
            <a:r>
              <a:rPr lang="de-DE" sz="2800" dirty="0" err="1"/>
              <a:t>without</a:t>
            </a:r>
            <a:r>
              <a:rPr lang="de-DE" sz="2800" dirty="0"/>
              <a:t> </a:t>
            </a:r>
            <a:r>
              <a:rPr lang="de-DE" sz="2800" dirty="0" err="1"/>
              <a:t>managing</a:t>
            </a:r>
            <a:r>
              <a:rPr lang="de-DE" sz="2800" dirty="0"/>
              <a:t> Servers</a:t>
            </a:r>
          </a:p>
          <a:p>
            <a:pPr marL="0" indent="0">
              <a:buNone/>
            </a:pPr>
            <a:r>
              <a:rPr lang="de-DE" sz="2800" b="1" dirty="0"/>
              <a:t>Seit wann</a:t>
            </a:r>
          </a:p>
          <a:p>
            <a:pPr marL="0" indent="0">
              <a:buNone/>
            </a:pPr>
            <a:r>
              <a:rPr lang="de-DE" sz="2800" dirty="0"/>
              <a:t>2014 (Start mit AWS Lambda)</a:t>
            </a:r>
          </a:p>
          <a:p>
            <a:pPr marL="0" indent="0">
              <a:buNone/>
            </a:pPr>
            <a:r>
              <a:rPr lang="de-DE" sz="2800" b="1" dirty="0"/>
              <a:t>Nutzen</a:t>
            </a:r>
          </a:p>
          <a:p>
            <a:pPr marL="0" indent="0">
              <a:buNone/>
            </a:pPr>
            <a:r>
              <a:rPr lang="de-DE" sz="2800" dirty="0"/>
              <a:t>Kosten sinken, Produktivität steigt</a:t>
            </a:r>
          </a:p>
          <a:p>
            <a:pPr marL="0" indent="0">
              <a:buNone/>
            </a:pPr>
            <a:endParaRPr lang="de-DE" sz="2800" dirty="0"/>
          </a:p>
          <a:p>
            <a:pPr marL="0" indent="0">
              <a:buNone/>
            </a:pPr>
            <a:r>
              <a:rPr lang="de-DE" sz="2800" b="1" dirty="0"/>
              <a:t>Stimmt das wirklich?</a:t>
            </a:r>
          </a:p>
          <a:p>
            <a:pPr marL="0" indent="0">
              <a:buNone/>
            </a:pPr>
            <a:endParaRPr lang="de-DE" sz="2800" dirty="0"/>
          </a:p>
          <a:p>
            <a:endParaRPr lang="de-DE" sz="2800" dirty="0"/>
          </a:p>
        </p:txBody>
      </p:sp>
      <p:sp>
        <p:nvSpPr>
          <p:cNvPr id="4" name="Datumsplatzhalter 3">
            <a:extLst>
              <a:ext uri="{FF2B5EF4-FFF2-40B4-BE49-F238E27FC236}">
                <a16:creationId xmlns:a16="http://schemas.microsoft.com/office/drawing/2014/main" id="{05EA540E-19BD-C1EF-1F18-2EE0F7E1E9B1}"/>
              </a:ext>
            </a:extLst>
          </p:cNvPr>
          <p:cNvSpPr>
            <a:spLocks noGrp="1"/>
          </p:cNvSpPr>
          <p:nvPr>
            <p:ph type="dt" sz="half" idx="10"/>
          </p:nvPr>
        </p:nvSpPr>
        <p:spPr/>
        <p:txBody>
          <a:bodyPr/>
          <a:lstStyle/>
          <a:p>
            <a:pPr>
              <a:defRPr/>
            </a:pPr>
            <a:r>
              <a:rPr lang="de-CH"/>
              <a:t>10. November 2023</a:t>
            </a:r>
            <a:endParaRPr lang="de-CH" dirty="0"/>
          </a:p>
        </p:txBody>
      </p:sp>
      <p:sp>
        <p:nvSpPr>
          <p:cNvPr id="5" name="Fußzeilenplatzhalter 4">
            <a:extLst>
              <a:ext uri="{FF2B5EF4-FFF2-40B4-BE49-F238E27FC236}">
                <a16:creationId xmlns:a16="http://schemas.microsoft.com/office/drawing/2014/main" id="{72D41B66-6FF5-6F6E-9B34-4E3094EA3E72}"/>
              </a:ext>
            </a:extLst>
          </p:cNvPr>
          <p:cNvSpPr>
            <a:spLocks noGrp="1"/>
          </p:cNvSpPr>
          <p:nvPr>
            <p:ph type="ftr" sz="quarter" idx="11"/>
          </p:nvPr>
        </p:nvSpPr>
        <p:spPr/>
        <p:txBody>
          <a:bodyPr/>
          <a:lstStyle/>
          <a:p>
            <a:pPr>
              <a:defRPr/>
            </a:pPr>
            <a:r>
              <a:rPr lang="en-US"/>
              <a:t>#BATbern51 – Serverless?!</a:t>
            </a:r>
            <a:endParaRPr lang="de-CH" dirty="0"/>
          </a:p>
        </p:txBody>
      </p:sp>
      <p:sp>
        <p:nvSpPr>
          <p:cNvPr id="6" name="Foliennummernplatzhalter 5">
            <a:extLst>
              <a:ext uri="{FF2B5EF4-FFF2-40B4-BE49-F238E27FC236}">
                <a16:creationId xmlns:a16="http://schemas.microsoft.com/office/drawing/2014/main" id="{A3976AA4-D2F1-8699-F6EA-D0A1A4589AA9}"/>
              </a:ext>
            </a:extLst>
          </p:cNvPr>
          <p:cNvSpPr>
            <a:spLocks noGrp="1"/>
          </p:cNvSpPr>
          <p:nvPr>
            <p:ph type="sldNum" sz="quarter" idx="12"/>
          </p:nvPr>
        </p:nvSpPr>
        <p:spPr/>
        <p:txBody>
          <a:bodyPr/>
          <a:lstStyle/>
          <a:p>
            <a:pPr>
              <a:defRPr/>
            </a:pPr>
            <a:fld id="{AAAA3BA9-F66F-43DB-B00E-581016824CDC}" type="slidenum">
              <a:rPr lang="de-CH" smtClean="0"/>
              <a:pPr>
                <a:defRPr/>
              </a:pPr>
              <a:t>4</a:t>
            </a:fld>
            <a:endParaRPr lang="de-CH"/>
          </a:p>
        </p:txBody>
      </p:sp>
    </p:spTree>
    <p:extLst>
      <p:ext uri="{BB962C8B-B14F-4D97-AF65-F5344CB8AC3E}">
        <p14:creationId xmlns:p14="http://schemas.microsoft.com/office/powerpoint/2010/main" val="384810535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6" name="Rectangle 3"/>
          <p:cNvSpPr>
            <a:spLocks noGrp="1" noChangeArrowheads="1"/>
          </p:cNvSpPr>
          <p:nvPr>
            <p:ph idx="4294967295"/>
          </p:nvPr>
        </p:nvSpPr>
        <p:spPr>
          <a:xfrm>
            <a:off x="2865438" y="898522"/>
            <a:ext cx="9326562" cy="5227641"/>
          </a:xfrm>
        </p:spPr>
        <p:txBody>
          <a:bodyPr/>
          <a:lstStyle/>
          <a:p>
            <a:pPr marL="0" indent="0" eaLnBrk="1" hangingPunct="1">
              <a:spcBef>
                <a:spcPct val="0"/>
              </a:spcBef>
              <a:spcAft>
                <a:spcPts val="0"/>
              </a:spcAft>
              <a:buNone/>
              <a:tabLst>
                <a:tab pos="1073150" algn="l"/>
              </a:tabLst>
              <a:defRPr/>
            </a:pPr>
            <a:r>
              <a:rPr lang="de-CH" sz="1800" dirty="0">
                <a:solidFill>
                  <a:schemeClr val="bg1">
                    <a:lumMod val="50000"/>
                  </a:schemeClr>
                </a:solidFill>
              </a:rPr>
              <a:t>15:00 Begrüssung, Andreas Grütter</a:t>
            </a:r>
            <a:r>
              <a:rPr lang="de-CH" sz="1100" dirty="0">
                <a:solidFill>
                  <a:schemeClr val="bg1">
                    <a:lumMod val="50000"/>
                  </a:schemeClr>
                </a:solidFill>
              </a:rPr>
              <a:t> </a:t>
            </a:r>
          </a:p>
          <a:p>
            <a:pPr marL="0" indent="0">
              <a:spcBef>
                <a:spcPct val="0"/>
              </a:spcBef>
              <a:spcAft>
                <a:spcPts val="0"/>
              </a:spcAft>
              <a:buNone/>
              <a:tabLst>
                <a:tab pos="1073150" algn="l"/>
              </a:tabLst>
              <a:defRPr/>
            </a:pPr>
            <a:endParaRPr lang="de-CH" sz="1100" dirty="0">
              <a:solidFill>
                <a:schemeClr val="bg1">
                  <a:lumMod val="50000"/>
                </a:schemeClr>
              </a:solidFill>
            </a:endParaRPr>
          </a:p>
          <a:p>
            <a:pPr marL="0" indent="0">
              <a:spcBef>
                <a:spcPct val="0"/>
              </a:spcBef>
              <a:spcAft>
                <a:spcPts val="0"/>
              </a:spcAft>
              <a:buNone/>
              <a:tabLst>
                <a:tab pos="1073150" algn="l"/>
              </a:tabLst>
              <a:defRPr/>
            </a:pPr>
            <a:r>
              <a:rPr lang="de-CH" sz="1800" dirty="0">
                <a:solidFill>
                  <a:srgbClr val="000000"/>
                </a:solidFill>
              </a:rPr>
              <a:t>15:10</a:t>
            </a:r>
            <a:r>
              <a:rPr lang="de-CH" sz="1800" dirty="0"/>
              <a:t> Gregor </a:t>
            </a:r>
            <a:r>
              <a:rPr lang="de-CH" sz="1800" dirty="0" err="1"/>
              <a:t>Hohpe</a:t>
            </a:r>
            <a:r>
              <a:rPr lang="de-CH" sz="1800" dirty="0"/>
              <a:t>, AWS</a:t>
            </a:r>
            <a:endParaRPr lang="en-US" sz="1800" dirty="0"/>
          </a:p>
          <a:p>
            <a:pPr>
              <a:buNone/>
              <a:tabLst>
                <a:tab pos="1073150" algn="l"/>
              </a:tabLst>
              <a:defRPr/>
            </a:pPr>
            <a:r>
              <a:rPr lang="de-CH" sz="1400" dirty="0">
                <a:solidFill>
                  <a:srgbClr val="000000"/>
                </a:solidFill>
                <a:latin typeface="Trebuchet MS"/>
                <a:cs typeface="Helvetica"/>
              </a:rPr>
              <a:t>Keynote „</a:t>
            </a:r>
            <a:r>
              <a:rPr lang="de-CH" sz="1400" dirty="0" err="1">
                <a:solidFill>
                  <a:srgbClr val="000000"/>
                </a:solidFill>
                <a:latin typeface="Trebuchet MS"/>
                <a:cs typeface="Helvetica"/>
              </a:rPr>
              <a:t>Serverless</a:t>
            </a:r>
            <a:r>
              <a:rPr lang="de-CH" sz="1400" dirty="0">
                <a:solidFill>
                  <a:srgbClr val="000000"/>
                </a:solidFill>
                <a:latin typeface="Trebuchet MS"/>
                <a:cs typeface="Helvetica"/>
              </a:rPr>
              <a:t> </a:t>
            </a:r>
            <a:r>
              <a:rPr lang="de-CH" sz="1400" dirty="0" err="1">
                <a:solidFill>
                  <a:srgbClr val="000000"/>
                </a:solidFill>
                <a:latin typeface="Trebuchet MS"/>
                <a:cs typeface="Helvetica"/>
              </a:rPr>
              <a:t>Architectures</a:t>
            </a:r>
            <a:r>
              <a:rPr lang="de-CH" sz="1400" dirty="0">
                <a:solidFill>
                  <a:srgbClr val="000000"/>
                </a:solidFill>
                <a:latin typeface="Trebuchet MS"/>
                <a:cs typeface="Helvetica"/>
              </a:rPr>
              <a:t>"</a:t>
            </a:r>
            <a:endParaRPr lang="de-CH" sz="1400" dirty="0">
              <a:cs typeface="Helvetica"/>
            </a:endParaRPr>
          </a:p>
          <a:p>
            <a:pPr marL="0" indent="0" eaLnBrk="1" hangingPunct="1">
              <a:spcBef>
                <a:spcPct val="0"/>
              </a:spcBef>
              <a:spcAft>
                <a:spcPts val="0"/>
              </a:spcAft>
              <a:buNone/>
              <a:tabLst>
                <a:tab pos="1073150" algn="l"/>
              </a:tabLst>
              <a:defRPr/>
            </a:pPr>
            <a:r>
              <a:rPr lang="de-CH" sz="1100" dirty="0"/>
              <a:t> </a:t>
            </a:r>
          </a:p>
          <a:p>
            <a:pPr marL="0" indent="0" eaLnBrk="1" hangingPunct="1">
              <a:spcBef>
                <a:spcPct val="0"/>
              </a:spcBef>
              <a:spcAft>
                <a:spcPts val="0"/>
              </a:spcAft>
              <a:buNone/>
              <a:tabLst>
                <a:tab pos="1073150" algn="l"/>
              </a:tabLst>
              <a:defRPr/>
            </a:pPr>
            <a:r>
              <a:rPr lang="de-CH" sz="1800" dirty="0"/>
              <a:t>16:00 </a:t>
            </a:r>
            <a:r>
              <a:rPr lang="de-CH" sz="1800" dirty="0">
                <a:latin typeface="Trebuchet MS"/>
                <a:cs typeface="Helvetica"/>
              </a:rPr>
              <a:t>Andrea </a:t>
            </a:r>
            <a:r>
              <a:rPr lang="de-CH" sz="1800" dirty="0" err="1">
                <a:latin typeface="Trebuchet MS"/>
                <a:cs typeface="Helvetica"/>
              </a:rPr>
              <a:t>Gariboldi</a:t>
            </a:r>
            <a:r>
              <a:rPr lang="de-CH" sz="1800" dirty="0">
                <a:latin typeface="Trebuchet MS"/>
                <a:cs typeface="Helvetica"/>
              </a:rPr>
              <a:t>, </a:t>
            </a:r>
            <a:r>
              <a:rPr lang="de-CH" sz="1800" dirty="0" err="1">
                <a:latin typeface="Trebuchet MS"/>
                <a:cs typeface="Helvetica"/>
              </a:rPr>
              <a:t>Lifestage</a:t>
            </a:r>
            <a:endParaRPr lang="de-CH" sz="1800" dirty="0">
              <a:latin typeface="Trebuchet MS"/>
              <a:cs typeface="Helvetica"/>
            </a:endParaRPr>
          </a:p>
          <a:p>
            <a:pPr>
              <a:buNone/>
              <a:tabLst>
                <a:tab pos="1073150" algn="l"/>
              </a:tabLst>
              <a:defRPr/>
            </a:pPr>
            <a:r>
              <a:rPr lang="de-CH" sz="1400" dirty="0" err="1">
                <a:latin typeface="Trebuchet MS"/>
                <a:ea typeface="+mn-lt"/>
                <a:cs typeface="Helvetica"/>
              </a:rPr>
              <a:t>Serverless</a:t>
            </a:r>
            <a:r>
              <a:rPr lang="de-CH" sz="1400" dirty="0">
                <a:latin typeface="Trebuchet MS"/>
                <a:ea typeface="+mn-lt"/>
                <a:cs typeface="Helvetica"/>
              </a:rPr>
              <a:t> at </a:t>
            </a:r>
            <a:r>
              <a:rPr lang="de-CH" sz="1400" dirty="0" err="1">
                <a:latin typeface="Trebuchet MS"/>
                <a:ea typeface="+mn-lt"/>
                <a:cs typeface="Helvetica"/>
              </a:rPr>
              <a:t>Lifestage</a:t>
            </a:r>
            <a:endParaRPr lang="de-CH" sz="1800" dirty="0">
              <a:ea typeface="+mn-lt"/>
              <a:cs typeface="Helvetica"/>
            </a:endParaRPr>
          </a:p>
          <a:p>
            <a:pPr>
              <a:buNone/>
              <a:tabLst>
                <a:tab pos="1073150" algn="l"/>
              </a:tabLst>
              <a:defRPr/>
            </a:pPr>
            <a:endParaRPr lang="de-CH" sz="1100" dirty="0"/>
          </a:p>
          <a:p>
            <a:pPr marL="0" indent="0" eaLnBrk="1" hangingPunct="1">
              <a:buNone/>
              <a:tabLst>
                <a:tab pos="1073150" algn="l"/>
              </a:tabLst>
              <a:defRPr/>
            </a:pPr>
            <a:r>
              <a:rPr lang="de-CH" sz="1800" dirty="0"/>
              <a:t>16:40 </a:t>
            </a:r>
            <a:r>
              <a:rPr lang="de-CH" sz="1800" dirty="0">
                <a:latin typeface="Trebuchet MS"/>
                <a:cs typeface="Helvetica"/>
              </a:rPr>
              <a:t>Michael Brülisauer, Raiffeisen</a:t>
            </a:r>
            <a:r>
              <a:rPr lang="de-CH" sz="1800" dirty="0">
                <a:latin typeface="Trebuchet MS"/>
                <a:ea typeface="+mn-lt"/>
                <a:cs typeface="Helvetica"/>
              </a:rPr>
              <a:t> + Matthias </a:t>
            </a:r>
            <a:r>
              <a:rPr lang="de-CH" sz="1800" dirty="0" err="1">
                <a:latin typeface="Trebuchet MS"/>
                <a:ea typeface="+mn-lt"/>
                <a:cs typeface="Helvetica"/>
              </a:rPr>
              <a:t>Imsand</a:t>
            </a:r>
            <a:r>
              <a:rPr lang="de-CH" sz="1800" dirty="0">
                <a:latin typeface="Trebuchet MS"/>
                <a:ea typeface="+mn-lt"/>
                <a:cs typeface="Helvetica"/>
              </a:rPr>
              <a:t>, </a:t>
            </a:r>
            <a:r>
              <a:rPr lang="de-CH" sz="1800" dirty="0" err="1">
                <a:latin typeface="Trebuchet MS"/>
                <a:ea typeface="+mn-lt"/>
                <a:cs typeface="Helvetica"/>
              </a:rPr>
              <a:t>Amanox</a:t>
            </a:r>
            <a:r>
              <a:rPr lang="de-CH" sz="1800" dirty="0">
                <a:latin typeface="Trebuchet MS"/>
                <a:ea typeface="+mn-lt"/>
                <a:cs typeface="Helvetica"/>
              </a:rPr>
              <a:t> </a:t>
            </a:r>
            <a:endParaRPr lang="de-CH" sz="1800" dirty="0">
              <a:ea typeface="+mn-lt"/>
              <a:cs typeface="Helvetica"/>
            </a:endParaRPr>
          </a:p>
          <a:p>
            <a:pPr>
              <a:buNone/>
              <a:tabLst>
                <a:tab pos="1073150" algn="l"/>
              </a:tabLst>
              <a:defRPr/>
            </a:pPr>
            <a:r>
              <a:rPr lang="en-US" sz="1400" dirty="0">
                <a:latin typeface="Trebuchet MS"/>
                <a:ea typeface="+mn-lt"/>
                <a:cs typeface="Helvetica"/>
              </a:rPr>
              <a:t>Serverless Dev(Ops) in der Praxis</a:t>
            </a:r>
            <a:endParaRPr lang="en-US" sz="1400" dirty="0"/>
          </a:p>
          <a:p>
            <a:pPr marL="0" indent="0" eaLnBrk="1" hangingPunct="1">
              <a:spcBef>
                <a:spcPct val="0"/>
              </a:spcBef>
              <a:spcAft>
                <a:spcPts val="0"/>
              </a:spcAft>
              <a:buNone/>
              <a:tabLst>
                <a:tab pos="1073150" algn="l"/>
              </a:tabLst>
              <a:defRPr/>
            </a:pPr>
            <a:endParaRPr lang="de-CH" sz="1100" dirty="0">
              <a:solidFill>
                <a:srgbClr val="7F7F7F"/>
              </a:solidFill>
            </a:endParaRPr>
          </a:p>
          <a:p>
            <a:pPr marL="0" indent="0" eaLnBrk="1" hangingPunct="1">
              <a:spcBef>
                <a:spcPct val="0"/>
              </a:spcBef>
              <a:spcAft>
                <a:spcPts val="0"/>
              </a:spcAft>
              <a:buNone/>
              <a:tabLst>
                <a:tab pos="1073150" algn="l"/>
              </a:tabLst>
              <a:defRPr/>
            </a:pPr>
            <a:r>
              <a:rPr lang="de-CH" sz="1800" dirty="0">
                <a:solidFill>
                  <a:schemeClr val="bg1">
                    <a:lumMod val="50000"/>
                  </a:schemeClr>
                </a:solidFill>
              </a:rPr>
              <a:t>17:15 Pause</a:t>
            </a:r>
          </a:p>
          <a:p>
            <a:pPr marL="0" indent="0">
              <a:spcBef>
                <a:spcPct val="0"/>
              </a:spcBef>
              <a:spcAft>
                <a:spcPts val="0"/>
              </a:spcAft>
              <a:buNone/>
              <a:tabLst>
                <a:tab pos="1073150" algn="l"/>
              </a:tabLst>
              <a:defRPr/>
            </a:pPr>
            <a:endParaRPr lang="de-CH" sz="1100" dirty="0">
              <a:solidFill>
                <a:schemeClr val="bg1">
                  <a:lumMod val="50000"/>
                </a:schemeClr>
              </a:solidFill>
            </a:endParaRPr>
          </a:p>
          <a:p>
            <a:pPr marL="0" indent="0" eaLnBrk="1" hangingPunct="1">
              <a:buNone/>
              <a:tabLst>
                <a:tab pos="1073150" algn="l"/>
              </a:tabLst>
              <a:defRPr/>
            </a:pPr>
            <a:r>
              <a:rPr lang="de-CH" sz="1800" dirty="0"/>
              <a:t>17:40 </a:t>
            </a:r>
            <a:r>
              <a:rPr lang="de-CH" sz="1800" dirty="0">
                <a:latin typeface="Trebuchet MS"/>
                <a:ea typeface="+mn-lt"/>
                <a:cs typeface="Helvetica"/>
              </a:rPr>
              <a:t>Roland Krummenacher, Swisscom</a:t>
            </a:r>
            <a:endParaRPr lang="de-CH" sz="1800" dirty="0">
              <a:ea typeface="+mn-lt"/>
              <a:cs typeface="Helvetica"/>
            </a:endParaRPr>
          </a:p>
          <a:p>
            <a:pPr>
              <a:buNone/>
              <a:tabLst>
                <a:tab pos="1073150" algn="l"/>
              </a:tabLst>
              <a:defRPr/>
            </a:pPr>
            <a:r>
              <a:rPr lang="de-CH" sz="1400" dirty="0" err="1">
                <a:latin typeface="Trebuchet MS"/>
                <a:ea typeface="+mn-lt"/>
                <a:cs typeface="Helvetica"/>
              </a:rPr>
              <a:t>Serverless</a:t>
            </a:r>
            <a:r>
              <a:rPr lang="de-CH" sz="1400" dirty="0">
                <a:latin typeface="Trebuchet MS"/>
                <a:ea typeface="+mn-lt"/>
                <a:cs typeface="Helvetica"/>
              </a:rPr>
              <a:t> und Event-Driven Architecture</a:t>
            </a:r>
            <a:endParaRPr lang="de-CH" sz="1400" dirty="0">
              <a:ea typeface="+mn-lt"/>
              <a:cs typeface="Helvetica"/>
            </a:endParaRPr>
          </a:p>
          <a:p>
            <a:pPr>
              <a:buNone/>
              <a:tabLst>
                <a:tab pos="1073150" algn="l"/>
              </a:tabLst>
              <a:defRPr/>
            </a:pPr>
            <a:endParaRPr lang="de-CH" sz="1100" dirty="0"/>
          </a:p>
          <a:p>
            <a:pPr marL="0" indent="0">
              <a:buNone/>
              <a:tabLst>
                <a:tab pos="1073150" algn="l"/>
              </a:tabLst>
              <a:defRPr/>
            </a:pPr>
            <a:r>
              <a:rPr lang="de-CH" sz="1800" dirty="0"/>
              <a:t>18:15 </a:t>
            </a:r>
            <a:r>
              <a:rPr lang="de-CH" sz="1800" dirty="0">
                <a:latin typeface="Trebuchet MS"/>
                <a:ea typeface="+mn-lt"/>
                <a:cs typeface="Helvetica"/>
              </a:rPr>
              <a:t>Guido </a:t>
            </a:r>
            <a:r>
              <a:rPr lang="de-CH" sz="1800" dirty="0" err="1">
                <a:latin typeface="Trebuchet MS"/>
                <a:ea typeface="+mn-lt"/>
                <a:cs typeface="Helvetica"/>
              </a:rPr>
              <a:t>Trüeb</a:t>
            </a:r>
            <a:r>
              <a:rPr lang="de-CH" sz="1800" dirty="0">
                <a:latin typeface="Trebuchet MS"/>
                <a:ea typeface="+mn-lt"/>
                <a:cs typeface="Helvetica"/>
              </a:rPr>
              <a:t>, SMG Swiss Marketplace Group</a:t>
            </a:r>
            <a:endParaRPr lang="de-CH" sz="1800" dirty="0">
              <a:ea typeface="+mn-lt"/>
              <a:cs typeface="Helvetica"/>
            </a:endParaRPr>
          </a:p>
          <a:p>
            <a:pPr>
              <a:buNone/>
              <a:tabLst>
                <a:tab pos="1073150" algn="l"/>
              </a:tabLst>
              <a:defRPr/>
            </a:pPr>
            <a:r>
              <a:rPr lang="de-CH" sz="1400" dirty="0" err="1">
                <a:latin typeface="Trebuchet MS"/>
                <a:ea typeface="+mn-lt"/>
                <a:cs typeface="Helvetica"/>
              </a:rPr>
              <a:t>Embracing</a:t>
            </a:r>
            <a:r>
              <a:rPr lang="de-CH" sz="1400" dirty="0">
                <a:latin typeface="Trebuchet MS"/>
                <a:ea typeface="+mn-lt"/>
                <a:cs typeface="Helvetica"/>
              </a:rPr>
              <a:t> </a:t>
            </a:r>
            <a:r>
              <a:rPr lang="de-CH" sz="1400" dirty="0" err="1">
                <a:latin typeface="Trebuchet MS"/>
                <a:ea typeface="+mn-lt"/>
                <a:cs typeface="Helvetica"/>
              </a:rPr>
              <a:t>Serverless</a:t>
            </a:r>
            <a:r>
              <a:rPr lang="de-CH" sz="1400" dirty="0">
                <a:latin typeface="Trebuchet MS"/>
                <a:ea typeface="+mn-lt"/>
                <a:cs typeface="Helvetica"/>
              </a:rPr>
              <a:t>: </a:t>
            </a:r>
            <a:r>
              <a:rPr lang="de-CH" sz="1400" dirty="0" err="1">
                <a:latin typeface="Trebuchet MS"/>
                <a:ea typeface="+mn-lt"/>
                <a:cs typeface="Helvetica"/>
              </a:rPr>
              <a:t>reengineering</a:t>
            </a:r>
            <a:r>
              <a:rPr lang="de-CH" sz="1400" dirty="0">
                <a:latin typeface="Trebuchet MS"/>
                <a:ea typeface="+mn-lt"/>
                <a:cs typeface="Helvetica"/>
              </a:rPr>
              <a:t> a </a:t>
            </a:r>
            <a:r>
              <a:rPr lang="de-CH" sz="1400" dirty="0" err="1">
                <a:latin typeface="Trebuchet MS"/>
                <a:ea typeface="+mn-lt"/>
                <a:cs typeface="Helvetica"/>
              </a:rPr>
              <a:t>real</a:t>
            </a:r>
            <a:r>
              <a:rPr lang="de-CH" sz="1400" dirty="0">
                <a:latin typeface="Trebuchet MS"/>
                <a:ea typeface="+mn-lt"/>
                <a:cs typeface="Helvetica"/>
              </a:rPr>
              <a:t>-</a:t>
            </a:r>
            <a:r>
              <a:rPr lang="de-CH" sz="1400" dirty="0" err="1">
                <a:latin typeface="Trebuchet MS"/>
                <a:ea typeface="+mn-lt"/>
                <a:cs typeface="Helvetica"/>
              </a:rPr>
              <a:t>estate</a:t>
            </a:r>
            <a:r>
              <a:rPr lang="de-CH" sz="1400" dirty="0">
                <a:latin typeface="Trebuchet MS"/>
                <a:ea typeface="+mn-lt"/>
                <a:cs typeface="Helvetica"/>
              </a:rPr>
              <a:t> digital </a:t>
            </a:r>
            <a:r>
              <a:rPr lang="de-CH" sz="1400" dirty="0" err="1">
                <a:latin typeface="Trebuchet MS"/>
                <a:ea typeface="+mn-lt"/>
                <a:cs typeface="Helvetica"/>
              </a:rPr>
              <a:t>marketplace</a:t>
            </a:r>
            <a:endParaRPr lang="de-CH" sz="1400" dirty="0" err="1">
              <a:ea typeface="+mn-lt"/>
              <a:cs typeface="Helvetica"/>
            </a:endParaRPr>
          </a:p>
          <a:p>
            <a:pPr marL="0" indent="0" eaLnBrk="1" hangingPunct="1">
              <a:spcBef>
                <a:spcPct val="0"/>
              </a:spcBef>
              <a:spcAft>
                <a:spcPts val="0"/>
              </a:spcAft>
              <a:buNone/>
              <a:tabLst>
                <a:tab pos="1073150" algn="l"/>
              </a:tabLst>
              <a:defRPr/>
            </a:pPr>
            <a:endParaRPr lang="de-CH" sz="1100" dirty="0">
              <a:solidFill>
                <a:srgbClr val="7F7F7F"/>
              </a:solidFill>
            </a:endParaRPr>
          </a:p>
          <a:p>
            <a:pPr marL="0" indent="0" eaLnBrk="1" hangingPunct="1">
              <a:spcBef>
                <a:spcPct val="0"/>
              </a:spcBef>
              <a:spcAft>
                <a:spcPts val="0"/>
              </a:spcAft>
              <a:buNone/>
              <a:tabLst>
                <a:tab pos="1073150" algn="l"/>
              </a:tabLst>
              <a:defRPr/>
            </a:pPr>
            <a:r>
              <a:rPr lang="de-CH" sz="1800" dirty="0">
                <a:solidFill>
                  <a:schemeClr val="bg1">
                    <a:lumMod val="50000"/>
                  </a:schemeClr>
                </a:solidFill>
              </a:rPr>
              <a:t>18:50 Abschluss, Andreas Grütter</a:t>
            </a:r>
            <a:r>
              <a:rPr lang="de-CH" sz="1100" dirty="0">
                <a:solidFill>
                  <a:schemeClr val="bg1">
                    <a:lumMod val="50000"/>
                  </a:schemeClr>
                </a:solidFill>
              </a:rPr>
              <a:t> </a:t>
            </a:r>
          </a:p>
          <a:p>
            <a:pPr marL="0" indent="0">
              <a:spcBef>
                <a:spcPct val="0"/>
              </a:spcBef>
              <a:spcAft>
                <a:spcPts val="0"/>
              </a:spcAft>
              <a:buNone/>
              <a:tabLst>
                <a:tab pos="1073150" algn="l"/>
              </a:tabLst>
            </a:pPr>
            <a:endParaRPr lang="de-CH" sz="1100" dirty="0">
              <a:solidFill>
                <a:schemeClr val="bg1">
                  <a:lumMod val="50000"/>
                </a:schemeClr>
              </a:solidFill>
            </a:endParaRPr>
          </a:p>
          <a:p>
            <a:pPr marL="0" indent="0">
              <a:spcBef>
                <a:spcPct val="0"/>
              </a:spcBef>
              <a:spcAft>
                <a:spcPts val="0"/>
              </a:spcAft>
              <a:buNone/>
              <a:tabLst>
                <a:tab pos="1073150" algn="l"/>
              </a:tabLst>
            </a:pPr>
            <a:r>
              <a:rPr lang="de-CH" sz="1800" dirty="0">
                <a:solidFill>
                  <a:schemeClr val="bg1">
                    <a:lumMod val="50000"/>
                  </a:schemeClr>
                </a:solidFill>
              </a:rPr>
              <a:t>19:00 Apéro</a:t>
            </a:r>
            <a:endParaRPr lang="de-CH" dirty="0">
              <a:solidFill>
                <a:schemeClr val="bg1">
                  <a:lumMod val="50000"/>
                </a:schemeClr>
              </a:solidFill>
            </a:endParaRPr>
          </a:p>
          <a:p>
            <a:pPr marL="0" indent="0" eaLnBrk="1" hangingPunct="1">
              <a:spcBef>
                <a:spcPct val="0"/>
              </a:spcBef>
              <a:spcAft>
                <a:spcPts val="0"/>
              </a:spcAft>
              <a:buNone/>
              <a:tabLst>
                <a:tab pos="1073150" algn="l"/>
              </a:tabLst>
              <a:defRPr/>
            </a:pPr>
            <a:endParaRPr lang="de-CH" sz="1200" dirty="0"/>
          </a:p>
        </p:txBody>
      </p:sp>
      <p:sp>
        <p:nvSpPr>
          <p:cNvPr id="2" name="Datumsplatzhalter 1"/>
          <p:cNvSpPr>
            <a:spLocks noGrp="1"/>
          </p:cNvSpPr>
          <p:nvPr>
            <p:ph type="dt" sz="half" idx="10"/>
          </p:nvPr>
        </p:nvSpPr>
        <p:spPr>
          <a:xfrm>
            <a:off x="2256367" y="6329363"/>
            <a:ext cx="2844800" cy="476250"/>
          </a:xfrm>
        </p:spPr>
        <p:txBody>
          <a:bodyPr/>
          <a:lstStyle/>
          <a:p>
            <a:r>
              <a:rPr lang="de-CH"/>
              <a:t>10. November 2023</a:t>
            </a:r>
          </a:p>
        </p:txBody>
      </p:sp>
      <p:sp>
        <p:nvSpPr>
          <p:cNvPr id="3" name="Fußzeilenplatzhalter 2"/>
          <p:cNvSpPr>
            <a:spLocks noGrp="1"/>
          </p:cNvSpPr>
          <p:nvPr>
            <p:ph type="ftr" sz="quarter" idx="11"/>
          </p:nvPr>
        </p:nvSpPr>
        <p:spPr>
          <a:xfrm>
            <a:off x="5232400" y="6329363"/>
            <a:ext cx="3860800" cy="476250"/>
          </a:xfrm>
        </p:spPr>
        <p:txBody>
          <a:bodyPr/>
          <a:lstStyle/>
          <a:p>
            <a:r>
              <a:rPr lang="en-US"/>
              <a:t>#BATbern51 – Serverless?!</a:t>
            </a:r>
            <a:endParaRPr lang="de-CH"/>
          </a:p>
        </p:txBody>
      </p:sp>
      <p:sp>
        <p:nvSpPr>
          <p:cNvPr id="4" name="Foliennummernplatzhalter 3"/>
          <p:cNvSpPr>
            <a:spLocks noGrp="1"/>
          </p:cNvSpPr>
          <p:nvPr>
            <p:ph type="sldNum" sz="quarter" idx="12"/>
          </p:nvPr>
        </p:nvSpPr>
        <p:spPr>
          <a:xfrm>
            <a:off x="9264651" y="6337300"/>
            <a:ext cx="2317749" cy="476250"/>
          </a:xfrm>
        </p:spPr>
        <p:txBody>
          <a:bodyPr/>
          <a:lstStyle/>
          <a:p>
            <a:pPr>
              <a:defRPr/>
            </a:pPr>
            <a:fld id="{AAAA3BA9-F66F-43DB-B00E-581016824CDC}" type="slidenum">
              <a:rPr lang="de-CH" smtClean="0"/>
              <a:pPr>
                <a:defRPr/>
              </a:pPr>
              <a:t>5</a:t>
            </a:fld>
            <a:endParaRPr lang="de-CH"/>
          </a:p>
        </p:txBody>
      </p:sp>
    </p:spTree>
    <p:extLst>
      <p:ext uri="{BB962C8B-B14F-4D97-AF65-F5344CB8AC3E}">
        <p14:creationId xmlns:p14="http://schemas.microsoft.com/office/powerpoint/2010/main" val="381063787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29A2DB1E-1760-4F15-98CE-71EB75129B04}"/>
              </a:ext>
            </a:extLst>
          </p:cNvPr>
          <p:cNvSpPr>
            <a:spLocks noGrp="1"/>
          </p:cNvSpPr>
          <p:nvPr>
            <p:ph type="dt" sz="half" idx="10"/>
          </p:nvPr>
        </p:nvSpPr>
        <p:spPr/>
        <p:txBody>
          <a:bodyPr/>
          <a:lstStyle/>
          <a:p>
            <a:r>
              <a:rPr lang="de-CH"/>
              <a:t>10. November 2023</a:t>
            </a:r>
            <a:endParaRPr lang="de-CH" dirty="0"/>
          </a:p>
        </p:txBody>
      </p:sp>
      <p:sp>
        <p:nvSpPr>
          <p:cNvPr id="5" name="Fußzeilenplatzhalter 4">
            <a:extLst>
              <a:ext uri="{FF2B5EF4-FFF2-40B4-BE49-F238E27FC236}">
                <a16:creationId xmlns:a16="http://schemas.microsoft.com/office/drawing/2014/main" id="{28560E64-E80E-41FC-8AD3-ABB2243876D5}"/>
              </a:ext>
            </a:extLst>
          </p:cNvPr>
          <p:cNvSpPr>
            <a:spLocks noGrp="1"/>
          </p:cNvSpPr>
          <p:nvPr>
            <p:ph type="ftr" sz="quarter" idx="11"/>
          </p:nvPr>
        </p:nvSpPr>
        <p:spPr/>
        <p:txBody>
          <a:bodyPr/>
          <a:lstStyle/>
          <a:p>
            <a:r>
              <a:rPr lang="en-US"/>
              <a:t>#BATbern51 – Serverless?!</a:t>
            </a:r>
            <a:endParaRPr lang="de-CH" dirty="0"/>
          </a:p>
        </p:txBody>
      </p:sp>
      <p:sp>
        <p:nvSpPr>
          <p:cNvPr id="6" name="Foliennummernplatzhalter 5">
            <a:extLst>
              <a:ext uri="{FF2B5EF4-FFF2-40B4-BE49-F238E27FC236}">
                <a16:creationId xmlns:a16="http://schemas.microsoft.com/office/drawing/2014/main" id="{45440ED5-54BE-4746-B20D-D67310FFACA5}"/>
              </a:ext>
            </a:extLst>
          </p:cNvPr>
          <p:cNvSpPr>
            <a:spLocks noGrp="1"/>
          </p:cNvSpPr>
          <p:nvPr>
            <p:ph type="sldNum" sz="quarter" idx="12"/>
          </p:nvPr>
        </p:nvSpPr>
        <p:spPr/>
        <p:txBody>
          <a:bodyPr/>
          <a:lstStyle/>
          <a:p>
            <a:pPr>
              <a:defRPr/>
            </a:pPr>
            <a:fld id="{AAAA3BA9-F66F-43DB-B00E-581016824CDC}" type="slidenum">
              <a:rPr lang="de-CH" smtClean="0"/>
              <a:pPr>
                <a:defRPr/>
              </a:pPr>
              <a:t>6</a:t>
            </a:fld>
            <a:endParaRPr lang="de-CH"/>
          </a:p>
        </p:txBody>
      </p:sp>
      <p:pic>
        <p:nvPicPr>
          <p:cNvPr id="7" name="Picture 4" descr="Koffein beflÃ¼gelt beim FrÃ¼hsport">
            <a:extLst>
              <a:ext uri="{FF2B5EF4-FFF2-40B4-BE49-F238E27FC236}">
                <a16:creationId xmlns:a16="http://schemas.microsoft.com/office/drawing/2014/main" id="{88EAD866-B65F-43A5-BCA7-A2EF406329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5560" y="836712"/>
            <a:ext cx="9552445" cy="5370597"/>
          </a:xfrm>
          <a:prstGeom prst="rect">
            <a:avLst/>
          </a:prstGeom>
          <a:noFill/>
          <a:extLst>
            <a:ext uri="{909E8E84-426E-40DD-AFC4-6F175D3DCCD1}">
              <a14:hiddenFill xmlns:a14="http://schemas.microsoft.com/office/drawing/2010/main">
                <a:solidFill>
                  <a:srgbClr val="FFFFFF"/>
                </a:solidFill>
              </a14:hiddenFill>
            </a:ext>
          </a:extLst>
        </p:spPr>
      </p:pic>
      <p:sp>
        <p:nvSpPr>
          <p:cNvPr id="8" name="Textfeld 7">
            <a:extLst>
              <a:ext uri="{FF2B5EF4-FFF2-40B4-BE49-F238E27FC236}">
                <a16:creationId xmlns:a16="http://schemas.microsoft.com/office/drawing/2014/main" id="{7E2DA118-76C2-4F52-925E-6B709B0F1A6C}"/>
              </a:ext>
            </a:extLst>
          </p:cNvPr>
          <p:cNvSpPr txBox="1"/>
          <p:nvPr/>
        </p:nvSpPr>
        <p:spPr>
          <a:xfrm>
            <a:off x="2256367" y="4149080"/>
            <a:ext cx="5279793" cy="1938992"/>
          </a:xfrm>
          <a:prstGeom prst="rect">
            <a:avLst/>
          </a:prstGeom>
          <a:noFill/>
        </p:spPr>
        <p:txBody>
          <a:bodyPr wrap="square" rtlCol="0">
            <a:spAutoFit/>
          </a:bodyPr>
          <a:lstStyle/>
          <a:p>
            <a:r>
              <a:rPr lang="de-CH" sz="6000" dirty="0">
                <a:latin typeface="+mn-lt"/>
              </a:rPr>
              <a:t>17:40</a:t>
            </a:r>
            <a:br>
              <a:rPr lang="de-CH" sz="6000" dirty="0">
                <a:latin typeface="+mn-lt"/>
              </a:rPr>
            </a:br>
            <a:r>
              <a:rPr lang="de-CH" sz="6000" dirty="0">
                <a:latin typeface="+mn-lt"/>
              </a:rPr>
              <a:t>geht’s weiter</a:t>
            </a:r>
          </a:p>
        </p:txBody>
      </p:sp>
    </p:spTree>
    <p:extLst>
      <p:ext uri="{BB962C8B-B14F-4D97-AF65-F5344CB8AC3E}">
        <p14:creationId xmlns:p14="http://schemas.microsoft.com/office/powerpoint/2010/main" val="66914956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de-CH" sz="3600"/>
              <a:t>Unterlagen Online</a:t>
            </a:r>
          </a:p>
        </p:txBody>
      </p:sp>
      <p:sp>
        <p:nvSpPr>
          <p:cNvPr id="12293" name="Rectangle 3"/>
          <p:cNvSpPr>
            <a:spLocks noGrp="1" noChangeArrowheads="1"/>
          </p:cNvSpPr>
          <p:nvPr>
            <p:ph idx="4294967295"/>
          </p:nvPr>
        </p:nvSpPr>
        <p:spPr>
          <a:xfrm>
            <a:off x="2865438" y="1773238"/>
            <a:ext cx="9326562" cy="4352925"/>
          </a:xfrm>
        </p:spPr>
        <p:txBody>
          <a:bodyPr/>
          <a:lstStyle/>
          <a:p>
            <a:pPr marL="0" indent="0" eaLnBrk="1" hangingPunct="1">
              <a:lnSpc>
                <a:spcPts val="3000"/>
              </a:lnSpc>
              <a:spcBef>
                <a:spcPts val="1200"/>
              </a:spcBef>
              <a:buNone/>
              <a:defRPr/>
            </a:pPr>
            <a:r>
              <a:rPr lang="de-CH" sz="2200" kern="1200" dirty="0"/>
              <a:t>Die Unterlagen werden auf</a:t>
            </a:r>
            <a:br>
              <a:rPr lang="de-CH" sz="2200" kern="1200" dirty="0"/>
            </a:br>
            <a:br>
              <a:rPr lang="de-CH" sz="2200" kern="1200" dirty="0"/>
            </a:br>
            <a:r>
              <a:rPr lang="de-CH" sz="2200" kern="1200" dirty="0"/>
              <a:t>	</a:t>
            </a:r>
            <a:r>
              <a:rPr lang="de-CH" sz="2200" kern="1200" dirty="0">
                <a:hlinkClick r:id="rId3"/>
              </a:rPr>
              <a:t>https://www.slideshare.net/batbern/presentations</a:t>
            </a:r>
            <a:r>
              <a:rPr lang="de-CH" sz="2200" kern="1200" dirty="0"/>
              <a:t> </a:t>
            </a:r>
          </a:p>
          <a:p>
            <a:pPr marL="0" indent="0" eaLnBrk="1" hangingPunct="1">
              <a:lnSpc>
                <a:spcPts val="3000"/>
              </a:lnSpc>
              <a:spcBef>
                <a:spcPts val="1200"/>
              </a:spcBef>
              <a:buNone/>
              <a:defRPr/>
            </a:pPr>
            <a:r>
              <a:rPr lang="de-CH" sz="2200" kern="1200" dirty="0">
                <a:solidFill>
                  <a:srgbClr val="3333CC"/>
                </a:solidFill>
              </a:rPr>
              <a:t>	</a:t>
            </a:r>
            <a:r>
              <a:rPr lang="de-CH" sz="2200" kern="1200" dirty="0">
                <a:solidFill>
                  <a:srgbClr val="3333CC"/>
                </a:solidFill>
                <a:hlinkClick r:id="rId4"/>
              </a:rPr>
              <a:t>www.berner-architekten-treffen.ch</a:t>
            </a:r>
            <a:r>
              <a:rPr lang="de-CH" sz="2200" kern="1200" dirty="0">
                <a:solidFill>
                  <a:srgbClr val="3333CC"/>
                </a:solidFill>
              </a:rPr>
              <a:t>	</a:t>
            </a:r>
            <a:r>
              <a:rPr lang="de-CH" sz="2200" kern="1200" dirty="0"/>
              <a:t> </a:t>
            </a:r>
            <a:br>
              <a:rPr lang="de-CH" sz="2200" kern="1200" dirty="0"/>
            </a:br>
            <a:br>
              <a:rPr lang="de-CH" sz="2200" kern="1200" dirty="0"/>
            </a:br>
            <a:r>
              <a:rPr lang="de-CH" sz="2200" kern="1200" dirty="0"/>
              <a:t>verfügbar gemacht.</a:t>
            </a:r>
          </a:p>
          <a:p>
            <a:pPr marL="0" indent="0" eaLnBrk="1" hangingPunct="1">
              <a:lnSpc>
                <a:spcPts val="3000"/>
              </a:lnSpc>
              <a:spcBef>
                <a:spcPts val="1200"/>
              </a:spcBef>
              <a:buNone/>
              <a:defRPr/>
            </a:pPr>
            <a:endParaRPr lang="de-CH" sz="2200" kern="1200" dirty="0"/>
          </a:p>
        </p:txBody>
      </p:sp>
      <p:sp>
        <p:nvSpPr>
          <p:cNvPr id="2" name="Datumsplatzhalter 1"/>
          <p:cNvSpPr>
            <a:spLocks noGrp="1"/>
          </p:cNvSpPr>
          <p:nvPr>
            <p:ph type="dt" sz="half" idx="10"/>
          </p:nvPr>
        </p:nvSpPr>
        <p:spPr>
          <a:xfrm>
            <a:off x="2256367" y="6329363"/>
            <a:ext cx="2844800" cy="476250"/>
          </a:xfrm>
        </p:spPr>
        <p:txBody>
          <a:bodyPr/>
          <a:lstStyle/>
          <a:p>
            <a:r>
              <a:rPr lang="de-CH"/>
              <a:t>10. November 2023</a:t>
            </a:r>
            <a:endParaRPr lang="de-CH" dirty="0"/>
          </a:p>
        </p:txBody>
      </p:sp>
      <p:sp>
        <p:nvSpPr>
          <p:cNvPr id="3" name="Fußzeilenplatzhalter 2"/>
          <p:cNvSpPr>
            <a:spLocks noGrp="1"/>
          </p:cNvSpPr>
          <p:nvPr>
            <p:ph type="ftr" sz="quarter" idx="11"/>
          </p:nvPr>
        </p:nvSpPr>
        <p:spPr>
          <a:xfrm>
            <a:off x="5232400" y="6329363"/>
            <a:ext cx="3860800" cy="476250"/>
          </a:xfrm>
        </p:spPr>
        <p:txBody>
          <a:bodyPr/>
          <a:lstStyle/>
          <a:p>
            <a:r>
              <a:rPr lang="en-US"/>
              <a:t>#BATbern51 – Serverless?!</a:t>
            </a:r>
            <a:endParaRPr lang="de-CH" dirty="0"/>
          </a:p>
        </p:txBody>
      </p:sp>
      <p:sp>
        <p:nvSpPr>
          <p:cNvPr id="4" name="Foliennummernplatzhalter 3"/>
          <p:cNvSpPr>
            <a:spLocks noGrp="1"/>
          </p:cNvSpPr>
          <p:nvPr>
            <p:ph type="sldNum" sz="quarter" idx="12"/>
          </p:nvPr>
        </p:nvSpPr>
        <p:spPr>
          <a:xfrm>
            <a:off x="9264651" y="6337300"/>
            <a:ext cx="2317749" cy="476250"/>
          </a:xfrm>
        </p:spPr>
        <p:txBody>
          <a:bodyPr/>
          <a:lstStyle/>
          <a:p>
            <a:pPr>
              <a:defRPr/>
            </a:pPr>
            <a:fld id="{AAAA3BA9-F66F-43DB-B00E-581016824CDC}" type="slidenum">
              <a:rPr lang="de-CH" smtClean="0"/>
              <a:pPr>
                <a:defRPr/>
              </a:pPr>
              <a:t>7</a:t>
            </a:fld>
            <a:endParaRPr lang="de-CH"/>
          </a:p>
        </p:txBody>
      </p:sp>
    </p:spTree>
    <p:extLst>
      <p:ext uri="{BB962C8B-B14F-4D97-AF65-F5344CB8AC3E}">
        <p14:creationId xmlns:p14="http://schemas.microsoft.com/office/powerpoint/2010/main" val="399797818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de-CH" sz="3600" dirty="0"/>
              <a:t>Vorschau aufs 2024</a:t>
            </a:r>
          </a:p>
        </p:txBody>
      </p:sp>
      <p:sp>
        <p:nvSpPr>
          <p:cNvPr id="5" name="Inhaltsplatzhalter 4"/>
          <p:cNvSpPr>
            <a:spLocks noGrp="1"/>
          </p:cNvSpPr>
          <p:nvPr>
            <p:ph idx="4294967295"/>
          </p:nvPr>
        </p:nvSpPr>
        <p:spPr>
          <a:xfrm>
            <a:off x="2865438" y="1773238"/>
            <a:ext cx="9326562" cy="4352925"/>
          </a:xfrm>
        </p:spPr>
        <p:txBody>
          <a:bodyPr/>
          <a:lstStyle/>
          <a:p>
            <a:pPr marL="0" indent="0">
              <a:spcBef>
                <a:spcPts val="0"/>
              </a:spcBef>
              <a:spcAft>
                <a:spcPts val="1500"/>
              </a:spcAft>
              <a:buNone/>
            </a:pPr>
            <a:r>
              <a:rPr lang="fi-FI" sz="2800" b="1" dirty="0"/>
              <a:t>#BATbern52	</a:t>
            </a:r>
          </a:p>
          <a:p>
            <a:pPr marL="0" indent="0">
              <a:spcBef>
                <a:spcPts val="0"/>
              </a:spcBef>
              <a:spcAft>
                <a:spcPts val="1500"/>
              </a:spcAft>
              <a:buNone/>
            </a:pPr>
            <a:r>
              <a:rPr lang="de-CH" sz="2200" b="1" dirty="0"/>
              <a:t>Abend-BAT am 08. März 2024, 16:00h - 18:30h</a:t>
            </a:r>
            <a:endParaRPr lang="de-CH" dirty="0"/>
          </a:p>
          <a:p>
            <a:pPr marL="0" indent="0">
              <a:spcBef>
                <a:spcPts val="0"/>
              </a:spcBef>
              <a:spcAft>
                <a:spcPts val="1500"/>
              </a:spcAft>
              <a:buNone/>
            </a:pPr>
            <a:endParaRPr lang="fi-FI" sz="1200" b="1" dirty="0"/>
          </a:p>
          <a:p>
            <a:pPr marL="0" indent="0">
              <a:spcBef>
                <a:spcPts val="0"/>
              </a:spcBef>
              <a:spcAft>
                <a:spcPts val="1500"/>
              </a:spcAft>
              <a:buNone/>
            </a:pPr>
            <a:r>
              <a:rPr lang="fi-FI" sz="2800" b="1" dirty="0"/>
              <a:t>#BATbern53 </a:t>
            </a:r>
          </a:p>
          <a:p>
            <a:pPr marL="0" indent="0">
              <a:spcBef>
                <a:spcPts val="0"/>
              </a:spcBef>
              <a:spcAft>
                <a:spcPts val="1500"/>
              </a:spcAft>
              <a:buNone/>
            </a:pPr>
            <a:r>
              <a:rPr lang="de-CH" sz="2200" b="1" dirty="0"/>
              <a:t>Ganztages-BAT am 9. Juni 2023, 09:00h - 16:45h</a:t>
            </a:r>
            <a:r>
              <a:rPr lang="de-CH" sz="1200" b="1" dirty="0"/>
              <a:t> </a:t>
            </a:r>
            <a:endParaRPr lang="de-CH" dirty="0"/>
          </a:p>
          <a:p>
            <a:pPr marL="0" indent="0">
              <a:spcBef>
                <a:spcPts val="0"/>
              </a:spcBef>
              <a:spcAft>
                <a:spcPts val="1500"/>
              </a:spcAft>
              <a:buNone/>
            </a:pPr>
            <a:endParaRPr lang="de-CH" sz="1200" b="1" dirty="0"/>
          </a:p>
          <a:p>
            <a:pPr marL="0" indent="0">
              <a:spcBef>
                <a:spcPts val="0"/>
              </a:spcBef>
              <a:spcAft>
                <a:spcPts val="1500"/>
              </a:spcAft>
              <a:buNone/>
            </a:pPr>
            <a:r>
              <a:rPr lang="fi-FI" sz="2800" b="1" dirty="0"/>
              <a:t>#BATbern54 </a:t>
            </a:r>
          </a:p>
          <a:p>
            <a:pPr marL="0" indent="0">
              <a:spcBef>
                <a:spcPts val="0"/>
              </a:spcBef>
              <a:spcAft>
                <a:spcPts val="1500"/>
              </a:spcAft>
              <a:buNone/>
            </a:pPr>
            <a:r>
              <a:rPr lang="de-CH" sz="2200" b="1" dirty="0"/>
              <a:t>Abend-BAT am 08. März 2024, 16:00h - 18:30h</a:t>
            </a:r>
            <a:endParaRPr lang="fi-FI" sz="2200" b="1" dirty="0"/>
          </a:p>
          <a:p>
            <a:pPr marL="0" indent="0">
              <a:spcBef>
                <a:spcPts val="0"/>
              </a:spcBef>
              <a:spcAft>
                <a:spcPts val="1500"/>
              </a:spcAft>
              <a:buNone/>
            </a:pPr>
            <a:endParaRPr lang="fi-FI" sz="2200" b="1" dirty="0"/>
          </a:p>
          <a:p>
            <a:pPr marL="0" indent="0">
              <a:spcBef>
                <a:spcPts val="0"/>
              </a:spcBef>
              <a:spcAft>
                <a:spcPts val="1500"/>
              </a:spcAft>
              <a:buNone/>
            </a:pPr>
            <a:endParaRPr lang="fi-FI" sz="2200" b="1" dirty="0"/>
          </a:p>
          <a:p>
            <a:pPr marL="0" indent="0">
              <a:spcBef>
                <a:spcPts val="0"/>
              </a:spcBef>
              <a:spcAft>
                <a:spcPts val="1500"/>
              </a:spcAft>
              <a:buNone/>
            </a:pPr>
            <a:endParaRPr lang="fi-FI" sz="2200" b="1" dirty="0"/>
          </a:p>
        </p:txBody>
      </p:sp>
      <p:sp>
        <p:nvSpPr>
          <p:cNvPr id="14345" name="Rectangle 9"/>
          <p:cNvSpPr>
            <a:spLocks noChangeArrowheads="1"/>
          </p:cNvSpPr>
          <p:nvPr/>
        </p:nvSpPr>
        <p:spPr bwMode="auto">
          <a:xfrm>
            <a:off x="8832304" y="1092535"/>
            <a:ext cx="2796741" cy="1212640"/>
          </a:xfrm>
          <a:prstGeom prst="rect">
            <a:avLst/>
          </a:prstGeom>
          <a:solidFill>
            <a:schemeClr val="accent6">
              <a:lumMod val="20000"/>
              <a:lumOff val="80000"/>
            </a:schemeClr>
          </a:solidFill>
          <a:ln>
            <a:noFill/>
          </a:ln>
          <a:effectLst/>
        </p:spPr>
        <p:txBody>
          <a:bodyPr wrap="square">
            <a:spAutoFit/>
          </a:bodyPr>
          <a:lstStyle/>
          <a:p>
            <a:pPr>
              <a:spcBef>
                <a:spcPct val="20000"/>
              </a:spcBef>
              <a:buClr>
                <a:srgbClr val="F24486"/>
              </a:buClr>
              <a:buSzPct val="120000"/>
              <a:buFont typeface="Wingdings" pitchFamily="2" charset="2"/>
              <a:buNone/>
              <a:defRPr/>
            </a:pPr>
            <a:r>
              <a:rPr lang="de-CH" sz="1400" dirty="0">
                <a:solidFill>
                  <a:srgbClr val="333333"/>
                </a:solidFill>
                <a:latin typeface="+mn-lt"/>
                <a:cs typeface="+mn-cs"/>
              </a:rPr>
              <a:t>Konkrete Fachbeiträge, sowie Wünsche und Anregungen zu Themen sind hoch willkommen:</a:t>
            </a:r>
          </a:p>
          <a:p>
            <a:pPr>
              <a:spcBef>
                <a:spcPct val="20000"/>
              </a:spcBef>
              <a:buClr>
                <a:srgbClr val="F24486"/>
              </a:buClr>
              <a:buSzPct val="120000"/>
              <a:buFont typeface="Wingdings" pitchFamily="2" charset="2"/>
              <a:buNone/>
              <a:defRPr/>
            </a:pPr>
            <a:r>
              <a:rPr lang="de-CH" sz="1400" dirty="0">
                <a:hlinkClick r:id="rId3"/>
              </a:rPr>
              <a:t>meetup-group-BATbern-list@meetup.com</a:t>
            </a:r>
            <a:r>
              <a:rPr lang="de-CH" sz="1400" dirty="0"/>
              <a:t> </a:t>
            </a:r>
            <a:endParaRPr lang="de-CH" sz="1400" dirty="0">
              <a:solidFill>
                <a:srgbClr val="3333CC"/>
              </a:solidFill>
              <a:latin typeface="+mn-lt"/>
              <a:cs typeface="+mn-cs"/>
            </a:endParaRPr>
          </a:p>
        </p:txBody>
      </p:sp>
      <p:sp>
        <p:nvSpPr>
          <p:cNvPr id="2" name="Datumsplatzhalter 1"/>
          <p:cNvSpPr>
            <a:spLocks noGrp="1"/>
          </p:cNvSpPr>
          <p:nvPr>
            <p:ph type="dt" sz="half" idx="10"/>
          </p:nvPr>
        </p:nvSpPr>
        <p:spPr>
          <a:xfrm>
            <a:off x="2256367" y="6329363"/>
            <a:ext cx="2844800" cy="476250"/>
          </a:xfrm>
        </p:spPr>
        <p:txBody>
          <a:bodyPr/>
          <a:lstStyle/>
          <a:p>
            <a:r>
              <a:rPr lang="de-CH"/>
              <a:t>10. November 2023</a:t>
            </a:r>
            <a:endParaRPr lang="de-CH" dirty="0"/>
          </a:p>
        </p:txBody>
      </p:sp>
      <p:sp>
        <p:nvSpPr>
          <p:cNvPr id="3" name="Fußzeilenplatzhalter 2"/>
          <p:cNvSpPr>
            <a:spLocks noGrp="1"/>
          </p:cNvSpPr>
          <p:nvPr>
            <p:ph type="ftr" sz="quarter" idx="11"/>
          </p:nvPr>
        </p:nvSpPr>
        <p:spPr>
          <a:xfrm>
            <a:off x="5232400" y="6329363"/>
            <a:ext cx="3860800" cy="476250"/>
          </a:xfrm>
        </p:spPr>
        <p:txBody>
          <a:bodyPr/>
          <a:lstStyle/>
          <a:p>
            <a:r>
              <a:rPr lang="en-US"/>
              <a:t>#BATbern51 – Serverless?!</a:t>
            </a:r>
            <a:endParaRPr lang="de-CH" dirty="0"/>
          </a:p>
        </p:txBody>
      </p:sp>
      <p:sp>
        <p:nvSpPr>
          <p:cNvPr id="4" name="Foliennummernplatzhalter 3"/>
          <p:cNvSpPr>
            <a:spLocks noGrp="1"/>
          </p:cNvSpPr>
          <p:nvPr>
            <p:ph type="sldNum" sz="quarter" idx="12"/>
          </p:nvPr>
        </p:nvSpPr>
        <p:spPr>
          <a:xfrm>
            <a:off x="9264651" y="6337300"/>
            <a:ext cx="2317749" cy="476250"/>
          </a:xfrm>
        </p:spPr>
        <p:txBody>
          <a:bodyPr/>
          <a:lstStyle/>
          <a:p>
            <a:pPr>
              <a:defRPr/>
            </a:pPr>
            <a:fld id="{AAAA3BA9-F66F-43DB-B00E-581016824CDC}" type="slidenum">
              <a:rPr lang="de-CH" smtClean="0"/>
              <a:pPr>
                <a:defRPr/>
              </a:pPr>
              <a:t>8</a:t>
            </a:fld>
            <a:endParaRPr lang="de-CH"/>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07DF1F89-1648-483D-AC00-D2ACFD191414}"/>
              </a:ext>
            </a:extLst>
          </p:cNvPr>
          <p:cNvSpPr>
            <a:spLocks noGrp="1"/>
          </p:cNvSpPr>
          <p:nvPr>
            <p:ph type="dt" sz="half" idx="10"/>
          </p:nvPr>
        </p:nvSpPr>
        <p:spPr/>
        <p:txBody>
          <a:bodyPr/>
          <a:lstStyle/>
          <a:p>
            <a:r>
              <a:rPr lang="de-CH"/>
              <a:t>10. November 2023</a:t>
            </a:r>
            <a:endParaRPr lang="de-CH" dirty="0"/>
          </a:p>
        </p:txBody>
      </p:sp>
      <p:sp>
        <p:nvSpPr>
          <p:cNvPr id="5" name="Fußzeilenplatzhalter 4">
            <a:extLst>
              <a:ext uri="{FF2B5EF4-FFF2-40B4-BE49-F238E27FC236}">
                <a16:creationId xmlns:a16="http://schemas.microsoft.com/office/drawing/2014/main" id="{C708BC6C-9B68-477F-A662-58265FAAB170}"/>
              </a:ext>
            </a:extLst>
          </p:cNvPr>
          <p:cNvSpPr>
            <a:spLocks noGrp="1"/>
          </p:cNvSpPr>
          <p:nvPr>
            <p:ph type="ftr" sz="quarter" idx="11"/>
          </p:nvPr>
        </p:nvSpPr>
        <p:spPr/>
        <p:txBody>
          <a:bodyPr/>
          <a:lstStyle/>
          <a:p>
            <a:r>
              <a:rPr lang="en-US"/>
              <a:t>#BATbern51 – Serverless?!</a:t>
            </a:r>
            <a:endParaRPr lang="de-CH" dirty="0"/>
          </a:p>
        </p:txBody>
      </p:sp>
      <p:sp>
        <p:nvSpPr>
          <p:cNvPr id="6" name="Foliennummernplatzhalter 5">
            <a:extLst>
              <a:ext uri="{FF2B5EF4-FFF2-40B4-BE49-F238E27FC236}">
                <a16:creationId xmlns:a16="http://schemas.microsoft.com/office/drawing/2014/main" id="{B1592C86-A68B-4DAD-90AC-1849211C5660}"/>
              </a:ext>
            </a:extLst>
          </p:cNvPr>
          <p:cNvSpPr>
            <a:spLocks noGrp="1"/>
          </p:cNvSpPr>
          <p:nvPr>
            <p:ph type="sldNum" sz="quarter" idx="12"/>
          </p:nvPr>
        </p:nvSpPr>
        <p:spPr/>
        <p:txBody>
          <a:bodyPr/>
          <a:lstStyle/>
          <a:p>
            <a:pPr>
              <a:defRPr/>
            </a:pPr>
            <a:fld id="{AAAA3BA9-F66F-43DB-B00E-581016824CDC}" type="slidenum">
              <a:rPr lang="de-CH" dirty="0" smtClean="0"/>
              <a:pPr>
                <a:defRPr/>
              </a:pPr>
              <a:t>9</a:t>
            </a:fld>
            <a:endParaRPr lang="de-CH" dirty="0"/>
          </a:p>
        </p:txBody>
      </p:sp>
      <p:pic>
        <p:nvPicPr>
          <p:cNvPr id="4100" name="Picture 4" descr="Bier auf Wein, Wein auf Bier? Eine seriöse Studie schafft endlich Klarheit  | GQ Germany">
            <a:extLst>
              <a:ext uri="{FF2B5EF4-FFF2-40B4-BE49-F238E27FC236}">
                <a16:creationId xmlns:a16="http://schemas.microsoft.com/office/drawing/2014/main" id="{0E5D162C-308B-63E4-74AD-E2B31D6DAE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5560" y="1052736"/>
            <a:ext cx="9488220" cy="5337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2505695"/>
      </p:ext>
    </p:extLst>
  </p:cSld>
  <p:clrMapOvr>
    <a:masterClrMapping/>
  </p:clrMapOvr>
  <p:transition>
    <p:fade/>
  </p:transition>
</p:sld>
</file>

<file path=ppt/theme/theme1.xml><?xml version="1.0" encoding="utf-8"?>
<a:theme xmlns:a="http://schemas.openxmlformats.org/drawingml/2006/main" name="BAT">
  <a:themeElements>
    <a:clrScheme name="BA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AT">
      <a:majorFont>
        <a:latin typeface="Trebuchet MS"/>
        <a:ea typeface=""/>
        <a:cs typeface=""/>
      </a:majorFont>
      <a:minorFont>
        <a:latin typeface="Trebuchet M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A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A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A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A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A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A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A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A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A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A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A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A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BAT</Template>
  <TotalTime>0</TotalTime>
  <Words>583</Words>
  <Application>Microsoft Macintosh PowerPoint</Application>
  <PresentationFormat>Breitbild</PresentationFormat>
  <Paragraphs>105</Paragraphs>
  <Slides>9</Slides>
  <Notes>8</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9</vt:i4>
      </vt:variant>
    </vt:vector>
  </HeadingPairs>
  <TitlesOfParts>
    <vt:vector size="14" baseType="lpstr">
      <vt:lpstr>Trebuchet MS</vt:lpstr>
      <vt:lpstr>Wingdings</vt:lpstr>
      <vt:lpstr>Metropolis</vt:lpstr>
      <vt:lpstr>Arial</vt:lpstr>
      <vt:lpstr>BAT</vt:lpstr>
      <vt:lpstr>PowerPoint-Präsentation</vt:lpstr>
      <vt:lpstr>BATbern</vt:lpstr>
      <vt:lpstr>Verein Berner-Architekten-Treffen</vt:lpstr>
      <vt:lpstr>Serverless ?!</vt:lpstr>
      <vt:lpstr>PowerPoint-Präsentation</vt:lpstr>
      <vt:lpstr>PowerPoint-Präsentation</vt:lpstr>
      <vt:lpstr>Unterlagen Online</vt:lpstr>
      <vt:lpstr>Vorschau aufs 2024</vt:lpstr>
      <vt:lpstr>PowerPoint-Präsentation</vt:lpstr>
    </vt:vector>
  </TitlesOfParts>
  <Manager/>
  <Company>Berner-Architekten-Treffen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Moderation</dc:title>
  <dc:subject>BAT 35</dc:subject>
  <dc:creator>andreas.gruetter@mobi.ch</dc:creator>
  <cp:keywords/>
  <dc:description/>
  <cp:lastModifiedBy>A Grütter</cp:lastModifiedBy>
  <cp:revision>440</cp:revision>
  <cp:lastPrinted>2019-06-27T19:59:14Z</cp:lastPrinted>
  <dcterms:created xsi:type="dcterms:W3CDTF">2005-06-24T12:37:07Z</dcterms:created>
  <dcterms:modified xsi:type="dcterms:W3CDTF">2023-11-11T09:22:14Z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mpVertraulichkeit">
    <vt:lpwstr/>
  </property>
  <property fmtid="{D5CDD505-2E9C-101B-9397-08002B2CF9AE}" pid="3" name="TmpStatus">
    <vt:lpwstr/>
  </property>
</Properties>
</file>